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6858000" cx="12192000"/>
  <p:notesSz cx="6858000" cy="9144000"/>
  <p:embeddedFontLst>
    <p:embeddedFont>
      <p:font typeface="Noto Sans JP"/>
      <p:regular r:id="rId17"/>
      <p:bold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848F81C-8E0D-4013-9DEF-1C0A553C38EA}">
  <a:tblStyle styleId="{E848F81C-8E0D-4013-9DEF-1C0A553C38E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NotoSansJP-regular.fntdata"/><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font" Target="fonts/NotoSansJP-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 name="Google Shape;28;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約10分の発表。自分が構築・運用している結合テストフレームワークと、その使い方を紹介する。安全な認証基盤など未実装のアーキテクチャは紹介しない。</a:t>
            </a:r>
            <a:endParaRPr/>
          </a:p>
          <a:p>
            <a:pPr indent="0" lvl="0" marL="0" rtl="0" algn="l">
              <a:spcBef>
                <a:spcPts val="0"/>
              </a:spcBef>
              <a:spcAft>
                <a:spcPts val="0"/>
              </a:spcAft>
              <a:buNone/>
            </a:pPr>
            <a:r>
              <a:rPr lang="en-US" sz="1200"/>
              <a:t>元記事：AIと結合テスト自動化で進める、具体と抽象の反復開発（Sato Toshiaki、301原稿）。機能例は仮想例であり、実環境の接続・認証方式は扱わない。</a:t>
            </a:r>
            <a:endParaRPr/>
          </a:p>
        </p:txBody>
      </p:sp>
      <p:sp>
        <p:nvSpPr>
          <p:cNvPr id="29" name="Google Shape;29;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 name="Google Shape;40;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日々の実機確認を繰り返せる仕組みにしたことが出発点。定量的な工数削減を報告する発表ではない。要件・設計・実装・テストの対応と、自分が実装した手順進行・結果収集の役割を説明する。</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元記事：AIと結合テスト自動化で進める、具体と抽象の反復開発（Sato Toshiaki、301原稿）。機能例は仮想例であり、実環境の接続・認証方式は扱わない。</a:t>
            </a:r>
            <a:endParaRPr/>
          </a:p>
        </p:txBody>
      </p:sp>
      <p:sp>
        <p:nvSpPr>
          <p:cNvPr id="41" name="Google Shape;41;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 name="Google Shape;54;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抽象は課題・要求・要件、具体は仕様・設計・実装・テストとして説明する。内部構造は構造分析による可視化とナレッジ蓄積を重視し、詳細設計書と実装を逐一同期する運用を意味しない。単体テストはマージ後の振る舞いも確認する。</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元記事：AIと結合テスト自動化で進める、具体と抽象の反復開発（Sato Toshiaki、301原稿）。機能例は仮想例であり、実環境の接続・認証方式は扱わない。</a:t>
            </a:r>
            <a:endParaRPr/>
          </a:p>
        </p:txBody>
      </p:sp>
      <p:sp>
        <p:nvSpPr>
          <p:cNvPr id="55" name="Google Shape;55;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 name="Google Shape;65;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副回線が利用できる前提の仮想例。エッジ側で切り替えと保存・再送、クラウド側で重複排除する構成例を検討する。切り替え時間や保存容量の制約で成立しなければ要件へ戻る。実際の製品構成を示すものではない。</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元記事：AIと結合テスト自動化で進める、具体と抽象の反復開発（Sato Toshiaki、301原稿）。機能例は仮想例であり、実環境の接続・認証方式は扱わない。</a:t>
            </a:r>
            <a:endParaRPr/>
          </a:p>
        </p:txBody>
      </p:sp>
      <p:sp>
        <p:nvSpPr>
          <p:cNvPr id="66" name="Google Shape;66;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 name="Google Shape;81;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トレーサビリティマトリクスの詳細な管理方法ではなく、対応関係を残す価値を伝える。対応付けや更新案をAIが支援し、人が根拠を確認する。状態や予定日を併せて整理すると、要件ごとの進捗や残作業を把握する材料になる。</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元記事：AIと結合テスト自動化で進める、具体と抽象の反復開発（Sato Toshiaki、301原稿）。機能例は仮想例であり、実環境の接続・認証方式は扱わない。</a:t>
            </a:r>
            <a:endParaRPr/>
          </a:p>
        </p:txBody>
      </p:sp>
      <p:sp>
        <p:nvSpPr>
          <p:cNvPr id="82" name="Google Shape;82;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 name="Google Shape;94;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DDは、失敗するテストを書き、満たす実装を作り、通る状態でリファクタリングする反復。結合テストだけでなく個々の処理の単体テストも使う。誤マージのすべてを防ぐとは言わず、テスト範囲の振る舞いの変化を検出する。</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元記事：AIと結合テスト自動化で進める、具体と抽象の反復開発（Sato Toshiaki、301原稿）。機能例は仮想例であり、実環境の接続・認証方式は扱わない。</a:t>
            </a:r>
            <a:endParaRPr/>
          </a:p>
        </p:txBody>
      </p:sp>
      <p:sp>
        <p:nvSpPr>
          <p:cNvPr id="95" name="Google Shape;95;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 name="Google Shape;108;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状態遷移テストでは主回線途絶から副回線への切り替え後までを確認する。テストは実装の逸脱を検出し、レビューは遷移条件と期待状態自体の妥当性を判断する。HITLの参照：https://www.ibm.com/jp-ja/think/topics/human-in-the-loo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元記事：AIと結合テスト自動化で進める、具体と抽象の反復開発（Sato Toshiaki、301原稿）。機能例は仮想例であり、実環境の接続・認証方式は扱わない。</a:t>
            </a:r>
            <a:endParaRPr/>
          </a:p>
        </p:txBody>
      </p:sp>
      <p:sp>
        <p:nvSpPr>
          <p:cNvPr id="109" name="Google Shape;109;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 name="Google Shape;119;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自分の実装範囲は結合テストフレームワーク。AIや人のレビュー運用と混同しない。実機接続や認証方式は紹介しない。例示のケースについて、結果をケース・仕様と結び付ける。不具合の再現条件を保存し、修正前後を比較して回帰テストへ加える。</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元記事：AIと結合テスト自動化で進める、具体と抽象の反復開発（Sato Toshiaki、301原稿）。機能例は仮想例であり、実環境の接続・認証方式は扱わない。</a:t>
            </a:r>
            <a:endParaRPr/>
          </a:p>
        </p:txBody>
      </p:sp>
      <p:sp>
        <p:nvSpPr>
          <p:cNvPr id="120" name="Google Shape;120;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0" name="Google Shape;130;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回帰テストはリファクタリングを支える。市場インシデントを再現ケースへ紐付け、修正効果と再発を確認する。性能は処理ごとの記録で改善対象を絞り込む。比較時は機器状態や負荷をそろえ、ソフトウェアの版を記録する。合格の意味は試した条件と観測範囲に限る。</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元記事：AIと結合テスト自動化で進める、具体と抽象の反復開発（Sato Toshiaki、301原稿）。機能例は仮想例であり、実環境の接続・認証方式は扱わない。</a:t>
            </a:r>
            <a:endParaRPr/>
          </a:p>
        </p:txBody>
      </p:sp>
      <p:sp>
        <p:nvSpPr>
          <p:cNvPr id="131" name="Google Shape;131;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1" name="Google Shape;141;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最後は、検証可能な状態を保つことと、テストの再利用価値で締める。未計測の効率化効果は数値で主張しない。今後は開発現場に合わせた導入支援にも取り組みたい意向を伝える。</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元記事：AIと結合テスト自動化で進める、具体と抽象の反復開発（Sato Toshiaki、301原稿）。機能例は仮想例であり、実環境の接続・認証方式は扱わない。</a:t>
            </a:r>
            <a:endParaRPr/>
          </a:p>
        </p:txBody>
      </p:sp>
      <p:sp>
        <p:nvSpPr>
          <p:cNvPr id="142" name="Google Shape;142;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5" name="Google Shape;155;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本編は約10分。参考資料は補足用。各リンクは元記事の参考資料に基づく。A-SPICE準拠や認定の取得を示すものではない。</a:t>
            </a:r>
            <a:endParaRPr/>
          </a:p>
          <a:p>
            <a:pPr indent="0" lvl="0" marL="0" rtl="0" algn="l">
              <a:spcBef>
                <a:spcPts val="0"/>
              </a:spcBef>
              <a:spcAft>
                <a:spcPts val="0"/>
              </a:spcAft>
              <a:buNone/>
            </a:pPr>
            <a:r>
              <a:rPr lang="en-US" sz="1200"/>
              <a:t>https://www.ibm.com/jp-ja/think/topics/human-in-the-loop</a:t>
            </a:r>
            <a:endParaRPr/>
          </a:p>
          <a:p>
            <a:pPr indent="0" lvl="0" marL="0" rtl="0" algn="l">
              <a:spcBef>
                <a:spcPts val="0"/>
              </a:spcBef>
              <a:spcAft>
                <a:spcPts val="0"/>
              </a:spcAft>
              <a:buNone/>
            </a:pPr>
            <a:r>
              <a:rPr lang="en-US" sz="1200"/>
              <a:t>https://www.jstqb.jp/dl/JSTQB-SyllabusFoundation_VersionV40.J02.pdf</a:t>
            </a:r>
            <a:endParaRPr/>
          </a:p>
          <a:p>
            <a:pPr indent="0" lvl="0" marL="0" rtl="0" algn="l">
              <a:spcBef>
                <a:spcPts val="0"/>
              </a:spcBef>
              <a:spcAft>
                <a:spcPts val="0"/>
              </a:spcAft>
              <a:buNone/>
            </a:pPr>
            <a:r>
              <a:rPr lang="en-US" sz="1200"/>
              <a:t>https://vda-qmc.de/wp-content/uploads/2024/02/Automotive-SPICE-PAM_40_Japanese-1.pdf</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元記事：AIと結合テスト自動化で進める、具体と抽象の反復開発（Sato Toshiaki、301原稿）。機能例は仮想例であり、実環境の接続・認証方式は扱わない。</a:t>
            </a:r>
            <a:endParaRPr/>
          </a:p>
        </p:txBody>
      </p:sp>
      <p:sp>
        <p:nvSpPr>
          <p:cNvPr id="156" name="Google Shape;156;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3"/>
          <p:cNvSpPr txBox="1"/>
          <p:nvPr>
            <p:ph type="title"/>
          </p:nvPr>
        </p:nvSpPr>
        <p:spPr>
          <a:xfrm>
            <a:off x="1219200" y="2590800"/>
            <a:ext cx="9753600" cy="990600"/>
          </a:xfrm>
          <a:prstGeom prst="rect">
            <a:avLst/>
          </a:prstGeom>
          <a:noFill/>
          <a:ln>
            <a:noFill/>
          </a:ln>
        </p:spPr>
        <p:txBody>
          <a:bodyPr anchorCtr="0" anchor="ctr" bIns="0" lIns="0" spcFirstLastPara="1" rIns="0" wrap="square" tIns="0">
            <a:normAutofit/>
          </a:bodyPr>
          <a:lstStyle>
            <a:lvl1pPr lvl="0" marR="0" rtl="0" algn="ctr">
              <a:lnSpc>
                <a:spcPct val="110000"/>
              </a:lnSpc>
              <a:spcBef>
                <a:spcPts val="0"/>
              </a:spcBef>
              <a:spcAft>
                <a:spcPts val="0"/>
              </a:spcAft>
              <a:buClr>
                <a:schemeClr val="dk1"/>
              </a:buClr>
              <a:buSzPts val="4800"/>
              <a:buFont typeface="Arial"/>
              <a:buNone/>
              <a:defRPr b="1" i="0" sz="4800" u="none" cap="none" strike="noStrike">
                <a:solidFill>
                  <a:schemeClr val="dk1"/>
                </a:solidFill>
                <a:latin typeface="Arial"/>
                <a:ea typeface="Arial"/>
                <a:cs typeface="Arial"/>
                <a:sym typeface="Arial"/>
              </a:defRPr>
            </a:lvl1pPr>
            <a:lvl2pPr lvl="1"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2pPr>
            <a:lvl3pPr lvl="2"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3pPr>
            <a:lvl4pPr lvl="3"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4pPr>
            <a:lvl5pPr lvl="4"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5pPr>
            <a:lvl6pPr lvl="5"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6pPr>
            <a:lvl7pPr lvl="6"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7pPr>
            <a:lvl8pPr lvl="7"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8pPr>
            <a:lvl9pPr lvl="8"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9pPr>
          </a:lstStyle>
          <a:p/>
        </p:txBody>
      </p:sp>
      <p:sp>
        <p:nvSpPr>
          <p:cNvPr id="13" name="Google Shape;13;p3"/>
          <p:cNvSpPr txBox="1"/>
          <p:nvPr>
            <p:ph idx="1" type="subTitle"/>
          </p:nvPr>
        </p:nvSpPr>
        <p:spPr>
          <a:xfrm>
            <a:off x="1828800" y="3771900"/>
            <a:ext cx="8534400" cy="762000"/>
          </a:xfrm>
          <a:prstGeom prst="rect">
            <a:avLst/>
          </a:prstGeom>
          <a:noFill/>
          <a:ln>
            <a:noFill/>
          </a:ln>
        </p:spPr>
        <p:txBody>
          <a:bodyPr anchorCtr="0" anchor="ctr" bIns="0" lIns="0" spcFirstLastPara="1" rIns="0" wrap="square" tIns="0">
            <a:normAutofit/>
          </a:bodyPr>
          <a:lstStyle>
            <a:lvl1pPr lvl="0"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1pPr>
            <a:lvl2pPr lvl="1"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2pPr>
            <a:lvl3pPr lvl="2"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3pPr>
            <a:lvl4pPr lvl="3"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4pPr>
            <a:lvl5pPr lvl="4"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5pPr>
            <a:lvl6pPr lvl="5"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6pPr>
            <a:lvl7pPr lvl="6"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7pPr>
            <a:lvl8pPr lvl="7"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8pPr>
            <a:lvl9pPr lvl="8"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14" name="Shape 14"/>
        <p:cNvGrpSpPr/>
        <p:nvPr/>
      </p:nvGrpSpPr>
      <p:grpSpPr>
        <a:xfrm>
          <a:off x="0" y="0"/>
          <a:ext cx="0" cy="0"/>
          <a:chOff x="0" y="0"/>
          <a:chExt cx="0" cy="0"/>
        </a:xfrm>
      </p:grpSpPr>
      <p:sp>
        <p:nvSpPr>
          <p:cNvPr id="15" name="Google Shape;15;p4"/>
          <p:cNvSpPr txBox="1"/>
          <p:nvPr>
            <p:ph type="title"/>
          </p:nvPr>
        </p:nvSpPr>
        <p:spPr>
          <a:xfrm>
            <a:off x="1219200" y="2857500"/>
            <a:ext cx="9753600" cy="1143000"/>
          </a:xfrm>
          <a:prstGeom prst="rect">
            <a:avLst/>
          </a:prstGeom>
          <a:noFill/>
          <a:ln>
            <a:noFill/>
          </a:ln>
        </p:spPr>
        <p:txBody>
          <a:bodyPr anchorCtr="0" anchor="ctr" bIns="0" lIns="0" spcFirstLastPara="1" rIns="0" wrap="square" tIns="0">
            <a:normAutofit/>
          </a:bodyPr>
          <a:lstStyle>
            <a:lvl1pPr lvl="0" marR="0" rtl="0" algn="ctr">
              <a:lnSpc>
                <a:spcPct val="110000"/>
              </a:lnSpc>
              <a:spcBef>
                <a:spcPts val="0"/>
              </a:spcBef>
              <a:spcAft>
                <a:spcPts val="0"/>
              </a:spcAft>
              <a:buClr>
                <a:schemeClr val="dk1"/>
              </a:buClr>
              <a:buSzPts val="4200"/>
              <a:buFont typeface="Arial"/>
              <a:buNone/>
              <a:defRPr b="1" i="0" sz="4200" u="none" cap="none" strike="noStrike">
                <a:solidFill>
                  <a:schemeClr val="dk1"/>
                </a:solidFill>
                <a:latin typeface="Arial"/>
                <a:ea typeface="Arial"/>
                <a:cs typeface="Arial"/>
                <a:sym typeface="Arial"/>
              </a:defRPr>
            </a:lvl1pPr>
            <a:lvl2pPr lvl="1"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2pPr>
            <a:lvl3pPr lvl="2"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3pPr>
            <a:lvl4pPr lvl="3"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4pPr>
            <a:lvl5pPr lvl="4"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5pPr>
            <a:lvl6pPr lvl="5"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6pPr>
            <a:lvl7pPr lvl="6"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7pPr>
            <a:lvl8pPr lvl="7"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8pPr>
            <a:lvl9pPr lvl="8"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16" name="Shape 16"/>
        <p:cNvGrpSpPr/>
        <p:nvPr/>
      </p:nvGrpSpPr>
      <p:grpSpPr>
        <a:xfrm>
          <a:off x="0" y="0"/>
          <a:ext cx="0" cy="0"/>
          <a:chOff x="0" y="0"/>
          <a:chExt cx="0" cy="0"/>
        </a:xfrm>
      </p:grpSpPr>
      <p:sp>
        <p:nvSpPr>
          <p:cNvPr id="17" name="Google Shape;17;p5"/>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3300"/>
              <a:buFont typeface="Arial"/>
              <a:buNone/>
              <a:defRPr b="1" i="0" sz="3300" u="none" cap="none" strike="noStrike">
                <a:solidFill>
                  <a:schemeClr val="dk1"/>
                </a:solidFill>
                <a:latin typeface="Arial"/>
                <a:ea typeface="Arial"/>
                <a:cs typeface="Arial"/>
                <a:sym typeface="Arial"/>
              </a:defRPr>
            </a:lvl1pPr>
            <a:lvl2pPr lvl="1"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2pPr>
            <a:lvl3pPr lvl="2"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3pPr>
            <a:lvl4pPr lvl="3"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4pPr>
            <a:lvl5pPr lvl="4"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5pPr>
            <a:lvl6pPr lvl="5"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6pPr>
            <a:lvl7pPr lvl="6"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7pPr>
            <a:lvl8pPr lvl="7"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8pPr>
            <a:lvl9pPr lvl="8"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9pPr>
          </a:lstStyle>
          <a:p/>
        </p:txBody>
      </p:sp>
      <p:sp>
        <p:nvSpPr>
          <p:cNvPr id="18" name="Google Shape;18;p5"/>
          <p:cNvSpPr txBox="1"/>
          <p:nvPr>
            <p:ph idx="1" type="body"/>
          </p:nvPr>
        </p:nvSpPr>
        <p:spPr>
          <a:xfrm>
            <a:off x="685800" y="1905000"/>
            <a:ext cx="10820400" cy="4267200"/>
          </a:xfrm>
          <a:prstGeom prst="rect">
            <a:avLst/>
          </a:prstGeom>
          <a:noFill/>
          <a:ln>
            <a:noFill/>
          </a:ln>
        </p:spPr>
        <p:txBody>
          <a:bodyPr anchorCtr="0" anchor="t" bIns="0" lIns="0" spcFirstLastPara="1" rIns="0" wrap="square" tIns="0">
            <a:normAutofit/>
          </a:bodyPr>
          <a:lstStyle>
            <a:lvl1pPr indent="-371475" lvl="0" marL="457200" marR="0" rtl="0" algn="l">
              <a:lnSpc>
                <a:spcPct val="110000"/>
              </a:lnSpc>
              <a:spcBef>
                <a:spcPts val="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1pPr>
            <a:lvl2pPr indent="-371475" lvl="1" marL="9144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2pPr>
            <a:lvl3pPr indent="-371475" lvl="2" marL="13716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3pPr>
            <a:lvl4pPr indent="-371475" lvl="3" marL="18288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4pPr>
            <a:lvl5pPr indent="-371475" lvl="4" marL="22860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5pPr>
            <a:lvl6pPr indent="-371475" lvl="5" marL="27432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6pPr>
            <a:lvl7pPr indent="-371475" lvl="6" marL="32004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7pPr>
            <a:lvl8pPr indent="-371475" lvl="7" marL="36576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8pPr>
            <a:lvl9pPr indent="-371475" lvl="8" marL="4114800" marR="0" rtl="0" algn="l">
              <a:lnSpc>
                <a:spcPct val="110000"/>
              </a:lnSpc>
              <a:spcBef>
                <a:spcPts val="1200"/>
              </a:spcBef>
              <a:spcAft>
                <a:spcPts val="1200"/>
              </a:spcAft>
              <a:buClr>
                <a:schemeClr val="dk1"/>
              </a:buClr>
              <a:buSzPts val="2250"/>
              <a:buFont typeface="Arial"/>
              <a:buChar char="•"/>
              <a:defRPr b="0" i="0" sz="225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
  <p:cSld name="Title and Two Column">
    <p:spTree>
      <p:nvGrpSpPr>
        <p:cNvPr id="19" name="Shape 19"/>
        <p:cNvGrpSpPr/>
        <p:nvPr/>
      </p:nvGrpSpPr>
      <p:grpSpPr>
        <a:xfrm>
          <a:off x="0" y="0"/>
          <a:ext cx="0" cy="0"/>
          <a:chOff x="0" y="0"/>
          <a:chExt cx="0" cy="0"/>
        </a:xfrm>
      </p:grpSpPr>
      <p:sp>
        <p:nvSpPr>
          <p:cNvPr id="20" name="Google Shape;20;p6"/>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3300"/>
              <a:buFont typeface="Arial"/>
              <a:buNone/>
              <a:defRPr b="1" i="0" sz="3300" u="none" cap="none" strike="noStrike">
                <a:solidFill>
                  <a:schemeClr val="dk1"/>
                </a:solidFill>
                <a:latin typeface="Arial"/>
                <a:ea typeface="Arial"/>
                <a:cs typeface="Arial"/>
                <a:sym typeface="Arial"/>
              </a:defRPr>
            </a:lvl1pPr>
            <a:lvl2pPr lvl="1"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2pPr>
            <a:lvl3pPr lvl="2"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3pPr>
            <a:lvl4pPr lvl="3"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4pPr>
            <a:lvl5pPr lvl="4"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5pPr>
            <a:lvl6pPr lvl="5"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6pPr>
            <a:lvl7pPr lvl="6"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7pPr>
            <a:lvl8pPr lvl="7"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8pPr>
            <a:lvl9pPr lvl="8"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9pPr>
          </a:lstStyle>
          <a:p/>
        </p:txBody>
      </p:sp>
      <p:sp>
        <p:nvSpPr>
          <p:cNvPr id="21" name="Google Shape;21;p6"/>
          <p:cNvSpPr txBox="1"/>
          <p:nvPr>
            <p:ph idx="1" type="body"/>
          </p:nvPr>
        </p:nvSpPr>
        <p:spPr>
          <a:xfrm>
            <a:off x="685800" y="1905000"/>
            <a:ext cx="5029200" cy="4267200"/>
          </a:xfrm>
          <a:prstGeom prst="rect">
            <a:avLst/>
          </a:prstGeom>
          <a:noFill/>
          <a:ln>
            <a:noFill/>
          </a:ln>
        </p:spPr>
        <p:txBody>
          <a:bodyPr anchorCtr="0" anchor="t" bIns="0" lIns="0" spcFirstLastPara="1" rIns="0" wrap="square" tIns="0">
            <a:normAutofit/>
          </a:bodyPr>
          <a:lstStyle>
            <a:lvl1pPr indent="-361950" lvl="0" marL="457200" marR="0" rtl="0" algn="l">
              <a:lnSpc>
                <a:spcPct val="110000"/>
              </a:lnSpc>
              <a:spcBef>
                <a:spcPts val="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61950" lvl="1" marL="9144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2pPr>
            <a:lvl3pPr indent="-361950" lvl="2" marL="13716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3pPr>
            <a:lvl4pPr indent="-361950" lvl="3" marL="18288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4pPr>
            <a:lvl5pPr indent="-361950" lvl="4" marL="22860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5pPr>
            <a:lvl6pPr indent="-361950" lvl="5" marL="27432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6pPr>
            <a:lvl7pPr indent="-361950" lvl="6" marL="32004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7pPr>
            <a:lvl8pPr indent="-361950" lvl="7" marL="36576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8pPr>
            <a:lvl9pPr indent="-361950" lvl="8" marL="4114800" marR="0" rtl="0" algn="l">
              <a:lnSpc>
                <a:spcPct val="110000"/>
              </a:lnSpc>
              <a:spcBef>
                <a:spcPts val="1200"/>
              </a:spcBef>
              <a:spcAft>
                <a:spcPts val="1200"/>
              </a:spcAft>
              <a:buClr>
                <a:schemeClr val="dk1"/>
              </a:buClr>
              <a:buSzPts val="2100"/>
              <a:buFont typeface="Arial"/>
              <a:buChar char="•"/>
              <a:defRPr b="0" i="0" sz="2100" u="none" cap="none" strike="noStrike">
                <a:solidFill>
                  <a:schemeClr val="dk1"/>
                </a:solidFill>
                <a:latin typeface="Arial"/>
                <a:ea typeface="Arial"/>
                <a:cs typeface="Arial"/>
                <a:sym typeface="Arial"/>
              </a:defRPr>
            </a:lvl9pPr>
          </a:lstStyle>
          <a:p/>
        </p:txBody>
      </p:sp>
      <p:sp>
        <p:nvSpPr>
          <p:cNvPr id="22" name="Google Shape;22;p6"/>
          <p:cNvSpPr txBox="1"/>
          <p:nvPr>
            <p:ph idx="2" type="body"/>
          </p:nvPr>
        </p:nvSpPr>
        <p:spPr>
          <a:xfrm>
            <a:off x="6477000" y="1905000"/>
            <a:ext cx="5029200" cy="4267200"/>
          </a:xfrm>
          <a:prstGeom prst="rect">
            <a:avLst/>
          </a:prstGeom>
          <a:noFill/>
          <a:ln>
            <a:noFill/>
          </a:ln>
        </p:spPr>
        <p:txBody>
          <a:bodyPr anchorCtr="0" anchor="t" bIns="0" lIns="0" spcFirstLastPara="1" rIns="0" wrap="square" tIns="0">
            <a:normAutofit/>
          </a:bodyPr>
          <a:lstStyle>
            <a:lvl1pPr indent="-361950" lvl="0" marL="457200" marR="0" rtl="0" algn="l">
              <a:lnSpc>
                <a:spcPct val="110000"/>
              </a:lnSpc>
              <a:spcBef>
                <a:spcPts val="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61950" lvl="1" marL="9144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2pPr>
            <a:lvl3pPr indent="-361950" lvl="2" marL="13716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3pPr>
            <a:lvl4pPr indent="-361950" lvl="3" marL="18288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4pPr>
            <a:lvl5pPr indent="-361950" lvl="4" marL="22860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5pPr>
            <a:lvl6pPr indent="-361950" lvl="5" marL="27432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6pPr>
            <a:lvl7pPr indent="-361950" lvl="6" marL="32004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7pPr>
            <a:lvl8pPr indent="-361950" lvl="7" marL="36576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8pPr>
            <a:lvl9pPr indent="-361950" lvl="8" marL="4114800" marR="0" rtl="0" algn="l">
              <a:lnSpc>
                <a:spcPct val="110000"/>
              </a:lnSpc>
              <a:spcBef>
                <a:spcPts val="1200"/>
              </a:spcBef>
              <a:spcAft>
                <a:spcPts val="1200"/>
              </a:spcAft>
              <a:buClr>
                <a:schemeClr val="dk1"/>
              </a:buClr>
              <a:buSzPts val="2100"/>
              <a:buFont typeface="Arial"/>
              <a:buChar char="•"/>
              <a:defRPr b="0" i="0" sz="21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One Column">
  <p:cSld name="Title and One Column">
    <p:spTree>
      <p:nvGrpSpPr>
        <p:cNvPr id="23" name="Shape 23"/>
        <p:cNvGrpSpPr/>
        <p:nvPr/>
      </p:nvGrpSpPr>
      <p:grpSpPr>
        <a:xfrm>
          <a:off x="0" y="0"/>
          <a:ext cx="0" cy="0"/>
          <a:chOff x="0" y="0"/>
          <a:chExt cx="0" cy="0"/>
        </a:xfrm>
      </p:grpSpPr>
      <p:sp>
        <p:nvSpPr>
          <p:cNvPr id="24" name="Google Shape;24;p7"/>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3300"/>
              <a:buFont typeface="Arial"/>
              <a:buNone/>
              <a:defRPr b="1" i="0" sz="3300" u="none" cap="none" strike="noStrike">
                <a:solidFill>
                  <a:schemeClr val="dk1"/>
                </a:solidFill>
                <a:latin typeface="Arial"/>
                <a:ea typeface="Arial"/>
                <a:cs typeface="Arial"/>
                <a:sym typeface="Arial"/>
              </a:defRPr>
            </a:lvl1pPr>
            <a:lvl2pPr lvl="1"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2pPr>
            <a:lvl3pPr lvl="2"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3pPr>
            <a:lvl4pPr lvl="3"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4pPr>
            <a:lvl5pPr lvl="4"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5pPr>
            <a:lvl6pPr lvl="5"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6pPr>
            <a:lvl7pPr lvl="6"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7pPr>
            <a:lvl8pPr lvl="7"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8pPr>
            <a:lvl9pPr lvl="8"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9pPr>
          </a:lstStyle>
          <a:p/>
        </p:txBody>
      </p:sp>
      <p:sp>
        <p:nvSpPr>
          <p:cNvPr id="25" name="Google Shape;25;p7"/>
          <p:cNvSpPr txBox="1"/>
          <p:nvPr>
            <p:ph idx="1" type="body"/>
          </p:nvPr>
        </p:nvSpPr>
        <p:spPr>
          <a:xfrm>
            <a:off x="685800" y="1905000"/>
            <a:ext cx="5029200" cy="4267200"/>
          </a:xfrm>
          <a:prstGeom prst="rect">
            <a:avLst/>
          </a:prstGeom>
          <a:noFill/>
          <a:ln>
            <a:noFill/>
          </a:ln>
        </p:spPr>
        <p:txBody>
          <a:bodyPr anchorCtr="0" anchor="t" bIns="0" lIns="0" spcFirstLastPara="1" rIns="0" wrap="square" tIns="0">
            <a:normAutofit/>
          </a:bodyPr>
          <a:lstStyle>
            <a:lvl1pPr indent="-371475" lvl="0" marL="457200" marR="0" rtl="0" algn="l">
              <a:lnSpc>
                <a:spcPct val="110000"/>
              </a:lnSpc>
              <a:spcBef>
                <a:spcPts val="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1pPr>
            <a:lvl2pPr indent="-371475" lvl="1" marL="9144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2pPr>
            <a:lvl3pPr indent="-371475" lvl="2" marL="13716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3pPr>
            <a:lvl4pPr indent="-371475" lvl="3" marL="18288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4pPr>
            <a:lvl5pPr indent="-371475" lvl="4" marL="22860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5pPr>
            <a:lvl6pPr indent="-371475" lvl="5" marL="27432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6pPr>
            <a:lvl7pPr indent="-371475" lvl="6" marL="32004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7pPr>
            <a:lvl8pPr indent="-371475" lvl="7" marL="36576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8pPr>
            <a:lvl9pPr indent="-371475" lvl="8" marL="4114800" marR="0" rtl="0" algn="l">
              <a:lnSpc>
                <a:spcPct val="110000"/>
              </a:lnSpc>
              <a:spcBef>
                <a:spcPts val="1200"/>
              </a:spcBef>
              <a:spcAft>
                <a:spcPts val="1200"/>
              </a:spcAft>
              <a:buClr>
                <a:schemeClr val="dk1"/>
              </a:buClr>
              <a:buSzPts val="2250"/>
              <a:buFont typeface="Arial"/>
              <a:buChar char="•"/>
              <a:defRPr b="0" i="0" sz="2250" u="none" cap="none" strike="noStrike">
                <a:solidFill>
                  <a:schemeClr val="dk1"/>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hyperlink" Target="https://www.ibm.com/jp-ja/think/topics/human-in-the-loop" TargetMode="External"/><Relationship Id="rId4" Type="http://schemas.openxmlformats.org/officeDocument/2006/relationships/hyperlink" Target="https://www.jstqb.jp/dl/JSTQB-SyllabusFoundation_VersionV40.J02.pdf" TargetMode="External"/><Relationship Id="rId5" Type="http://schemas.openxmlformats.org/officeDocument/2006/relationships/hyperlink" Target="https://vda-qmc.de/wp-content/uploads/2024/02/Automotive-SPICE-PAM_40_Japanese-1.pdf"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B36"/>
        </a:solidFill>
      </p:bgPr>
    </p:bg>
    <p:spTree>
      <p:nvGrpSpPr>
        <p:cNvPr id="30" name="Shape 30"/>
        <p:cNvGrpSpPr/>
        <p:nvPr/>
      </p:nvGrpSpPr>
      <p:grpSpPr>
        <a:xfrm>
          <a:off x="0" y="0"/>
          <a:ext cx="0" cy="0"/>
          <a:chOff x="0" y="0"/>
          <a:chExt cx="0" cy="0"/>
        </a:xfrm>
      </p:grpSpPr>
      <p:sp>
        <p:nvSpPr>
          <p:cNvPr id="31" name="Google Shape;31;p8"/>
          <p:cNvSpPr/>
          <p:nvPr/>
        </p:nvSpPr>
        <p:spPr>
          <a:xfrm>
            <a:off x="558800" y="5638800"/>
            <a:ext cx="11074500" cy="685800"/>
          </a:xfrm>
          <a:prstGeom prst="roundRect">
            <a:avLst>
              <a:gd fmla="val 16667" name="adj"/>
            </a:avLst>
          </a:prstGeom>
          <a:solidFill>
            <a:srgbClr val="17343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 name="Google Shape;32;p8"/>
          <p:cNvSpPr/>
          <p:nvPr/>
        </p:nvSpPr>
        <p:spPr>
          <a:xfrm>
            <a:off x="558800" y="3683000"/>
            <a:ext cx="11074500" cy="1016100"/>
          </a:xfrm>
          <a:prstGeom prst="roundRect">
            <a:avLst>
              <a:gd fmla="val 16667" name="adj"/>
            </a:avLst>
          </a:prstGeom>
          <a:solidFill>
            <a:srgbClr val="17343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 name="Google Shape;33;p8"/>
          <p:cNvSpPr/>
          <p:nvPr/>
        </p:nvSpPr>
        <p:spPr>
          <a:xfrm>
            <a:off x="558800" y="1219200"/>
            <a:ext cx="11074500" cy="2336700"/>
          </a:xfrm>
          <a:prstGeom prst="roundRect">
            <a:avLst>
              <a:gd fmla="val 16667" name="adj"/>
            </a:avLst>
          </a:prstGeom>
          <a:solidFill>
            <a:srgbClr val="193E4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 name="Google Shape;34;p8"/>
          <p:cNvSpPr/>
          <p:nvPr/>
        </p:nvSpPr>
        <p:spPr>
          <a:xfrm>
            <a:off x="762000" y="1460500"/>
            <a:ext cx="10668000" cy="635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500">
                <a:solidFill>
                  <a:srgbClr val="70D8C3"/>
                </a:solidFill>
                <a:latin typeface="Noto Sans JP"/>
                <a:ea typeface="Noto Sans JP"/>
                <a:cs typeface="Noto Sans JP"/>
                <a:sym typeface="Noto Sans JP"/>
              </a:rPr>
              <a:t>AIと結合テスト自動化で進める</a:t>
            </a:r>
            <a:endParaRPr sz="2500">
              <a:solidFill>
                <a:srgbClr val="70D8C3"/>
              </a:solidFill>
              <a:latin typeface="Noto Sans JP"/>
              <a:ea typeface="Noto Sans JP"/>
              <a:cs typeface="Noto Sans JP"/>
              <a:sym typeface="Noto Sans JP"/>
            </a:endParaRPr>
          </a:p>
        </p:txBody>
      </p:sp>
      <p:sp>
        <p:nvSpPr>
          <p:cNvPr id="35" name="Google Shape;35;p8"/>
          <p:cNvSpPr/>
          <p:nvPr/>
        </p:nvSpPr>
        <p:spPr>
          <a:xfrm>
            <a:off x="711200" y="2311400"/>
            <a:ext cx="10794900" cy="1206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4500">
                <a:solidFill>
                  <a:srgbClr val="FFFFFF"/>
                </a:solidFill>
                <a:latin typeface="Noto Sans JP"/>
                <a:ea typeface="Noto Sans JP"/>
                <a:cs typeface="Noto Sans JP"/>
                <a:sym typeface="Noto Sans JP"/>
              </a:rPr>
              <a:t>具体と抽象の反復開発</a:t>
            </a:r>
            <a:endParaRPr b="1" sz="4500">
              <a:solidFill>
                <a:srgbClr val="FFFFFF"/>
              </a:solidFill>
              <a:latin typeface="Noto Sans JP"/>
              <a:ea typeface="Noto Sans JP"/>
              <a:cs typeface="Noto Sans JP"/>
              <a:sym typeface="Noto Sans JP"/>
            </a:endParaRPr>
          </a:p>
        </p:txBody>
      </p:sp>
      <p:sp>
        <p:nvSpPr>
          <p:cNvPr id="36" name="Google Shape;36;p8"/>
          <p:cNvSpPr/>
          <p:nvPr/>
        </p:nvSpPr>
        <p:spPr>
          <a:xfrm>
            <a:off x="762000" y="3835400"/>
            <a:ext cx="10668000" cy="635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200">
                <a:solidFill>
                  <a:srgbClr val="B9CED1"/>
                </a:solidFill>
                <a:latin typeface="Noto Sans JP"/>
                <a:ea typeface="Noto Sans JP"/>
                <a:cs typeface="Noto Sans JP"/>
                <a:sym typeface="Noto Sans JP"/>
              </a:rPr>
              <a:t>要件を形にし、テストを開発のツールにする</a:t>
            </a:r>
            <a:endParaRPr sz="2200">
              <a:solidFill>
                <a:srgbClr val="B9CED1"/>
              </a:solidFill>
              <a:latin typeface="Noto Sans JP"/>
              <a:ea typeface="Noto Sans JP"/>
              <a:cs typeface="Noto Sans JP"/>
              <a:sym typeface="Noto Sans JP"/>
            </a:endParaRPr>
          </a:p>
        </p:txBody>
      </p:sp>
      <p:sp>
        <p:nvSpPr>
          <p:cNvPr id="37" name="Google Shape;37;p8"/>
          <p:cNvSpPr/>
          <p:nvPr/>
        </p:nvSpPr>
        <p:spPr>
          <a:xfrm>
            <a:off x="762000" y="5791200"/>
            <a:ext cx="1066800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B9CED1"/>
                </a:solidFill>
                <a:latin typeface="Noto Sans JP"/>
                <a:ea typeface="Noto Sans JP"/>
                <a:cs typeface="Noto Sans JP"/>
                <a:sym typeface="Noto Sans JP"/>
              </a:rPr>
              <a:t>Shizen Connect  Sato Toshiaki</a:t>
            </a:r>
            <a:endParaRPr sz="1600">
              <a:solidFill>
                <a:srgbClr val="B9CED1"/>
              </a:solidFill>
              <a:latin typeface="Noto Sans JP"/>
              <a:ea typeface="Noto Sans JP"/>
              <a:cs typeface="Noto Sans JP"/>
              <a:sym typeface="Noto Sans JP"/>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B36"/>
        </a:solidFill>
      </p:bgPr>
    </p:bg>
    <p:spTree>
      <p:nvGrpSpPr>
        <p:cNvPr id="42" name="Shape 42"/>
        <p:cNvGrpSpPr/>
        <p:nvPr/>
      </p:nvGrpSpPr>
      <p:grpSpPr>
        <a:xfrm>
          <a:off x="0" y="0"/>
          <a:ext cx="0" cy="0"/>
          <a:chOff x="0" y="0"/>
          <a:chExt cx="0" cy="0"/>
        </a:xfrm>
      </p:grpSpPr>
      <p:sp>
        <p:nvSpPr>
          <p:cNvPr id="43" name="Google Shape;43;p9"/>
          <p:cNvSpPr/>
          <p:nvPr/>
        </p:nvSpPr>
        <p:spPr>
          <a:xfrm>
            <a:off x="533400" y="5219700"/>
            <a:ext cx="11125200" cy="1155600"/>
          </a:xfrm>
          <a:prstGeom prst="roundRect">
            <a:avLst>
              <a:gd fmla="val 16667" name="adj"/>
            </a:avLst>
          </a:prstGeom>
          <a:solidFill>
            <a:srgbClr val="1A4B4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 name="Google Shape;44;p9"/>
          <p:cNvSpPr/>
          <p:nvPr/>
        </p:nvSpPr>
        <p:spPr>
          <a:xfrm>
            <a:off x="533400" y="3657600"/>
            <a:ext cx="11125200" cy="1308000"/>
          </a:xfrm>
          <a:prstGeom prst="roundRect">
            <a:avLst>
              <a:gd fmla="val 16667" name="adj"/>
            </a:avLst>
          </a:prstGeom>
          <a:solidFill>
            <a:srgbClr val="17343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 name="Google Shape;45;p9"/>
          <p:cNvSpPr/>
          <p:nvPr/>
        </p:nvSpPr>
        <p:spPr>
          <a:xfrm>
            <a:off x="533400" y="1778000"/>
            <a:ext cx="11125200" cy="1676400"/>
          </a:xfrm>
          <a:prstGeom prst="roundRect">
            <a:avLst>
              <a:gd fmla="val 16667" name="adj"/>
            </a:avLst>
          </a:prstGeom>
          <a:solidFill>
            <a:srgbClr val="1C465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 name="Google Shape;46;p9"/>
          <p:cNvSpPr/>
          <p:nvPr/>
        </p:nvSpPr>
        <p:spPr>
          <a:xfrm>
            <a:off x="533400" y="304800"/>
            <a:ext cx="11125200" cy="888900"/>
          </a:xfrm>
          <a:prstGeom prst="roundRect">
            <a:avLst>
              <a:gd fmla="val 16667" name="adj"/>
            </a:avLst>
          </a:prstGeom>
          <a:solidFill>
            <a:srgbClr val="17343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 name="Google Shape;47;p9"/>
          <p:cNvSpPr/>
          <p:nvPr/>
        </p:nvSpPr>
        <p:spPr>
          <a:xfrm>
            <a:off x="685800" y="444500"/>
            <a:ext cx="10820400" cy="888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000">
                <a:solidFill>
                  <a:srgbClr val="E9F1EF"/>
                </a:solidFill>
                <a:latin typeface="Noto Sans JP"/>
                <a:ea typeface="Noto Sans JP"/>
                <a:cs typeface="Noto Sans JP"/>
                <a:sym typeface="Noto Sans JP"/>
              </a:rPr>
              <a:t>繰り返せる確認を、開発の土台に</a:t>
            </a:r>
            <a:endParaRPr b="1" sz="3000">
              <a:solidFill>
                <a:srgbClr val="E9F1EF"/>
              </a:solidFill>
              <a:latin typeface="Noto Sans JP"/>
              <a:ea typeface="Noto Sans JP"/>
              <a:cs typeface="Noto Sans JP"/>
              <a:sym typeface="Noto Sans JP"/>
            </a:endParaRPr>
          </a:p>
        </p:txBody>
      </p:sp>
      <p:sp>
        <p:nvSpPr>
          <p:cNvPr id="48" name="Google Shape;48;p9"/>
          <p:cNvSpPr/>
          <p:nvPr/>
        </p:nvSpPr>
        <p:spPr>
          <a:xfrm>
            <a:off x="11252200" y="6438900"/>
            <a:ext cx="482700" cy="254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100">
                <a:solidFill>
                  <a:srgbClr val="8EA9AF"/>
                </a:solidFill>
                <a:latin typeface="Noto Sans JP"/>
                <a:ea typeface="Noto Sans JP"/>
                <a:cs typeface="Noto Sans JP"/>
                <a:sym typeface="Noto Sans JP"/>
              </a:rPr>
              <a:t>02</a:t>
            </a:r>
            <a:endParaRPr sz="1100">
              <a:solidFill>
                <a:srgbClr val="8EA9AF"/>
              </a:solidFill>
              <a:latin typeface="Noto Sans JP"/>
              <a:ea typeface="Noto Sans JP"/>
              <a:cs typeface="Noto Sans JP"/>
              <a:sym typeface="Noto Sans JP"/>
            </a:endParaRPr>
          </a:p>
        </p:txBody>
      </p:sp>
      <p:sp>
        <p:nvSpPr>
          <p:cNvPr id="49" name="Google Shape;49;p9"/>
          <p:cNvSpPr/>
          <p:nvPr/>
        </p:nvSpPr>
        <p:spPr>
          <a:xfrm>
            <a:off x="685800" y="1968500"/>
            <a:ext cx="10794900" cy="1269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700">
                <a:solidFill>
                  <a:srgbClr val="FFFFFF"/>
                </a:solidFill>
                <a:latin typeface="Noto Sans JP"/>
                <a:ea typeface="Noto Sans JP"/>
                <a:cs typeface="Noto Sans JP"/>
                <a:sym typeface="Noto Sans JP"/>
              </a:rPr>
              <a:t>変更のたびに、</a:t>
            </a:r>
            <a:endParaRPr b="1" sz="3700">
              <a:solidFill>
                <a:srgbClr val="FFFFFF"/>
              </a:solidFill>
              <a:latin typeface="Noto Sans JP"/>
              <a:ea typeface="Noto Sans JP"/>
              <a:cs typeface="Noto Sans JP"/>
              <a:sym typeface="Noto Sans JP"/>
            </a:endParaRPr>
          </a:p>
          <a:p>
            <a:pPr indent="0" lvl="0" marL="0" marR="0" rtl="0" algn="l">
              <a:spcBef>
                <a:spcPts val="0"/>
              </a:spcBef>
              <a:spcAft>
                <a:spcPts val="0"/>
              </a:spcAft>
              <a:buNone/>
            </a:pPr>
            <a:r>
              <a:rPr b="1" lang="en-US" sz="3700">
                <a:solidFill>
                  <a:srgbClr val="FFFFFF"/>
                </a:solidFill>
                <a:latin typeface="Noto Sans JP"/>
                <a:ea typeface="Noto Sans JP"/>
                <a:cs typeface="Noto Sans JP"/>
                <a:sym typeface="Noto Sans JP"/>
              </a:rPr>
              <a:t>期待どおり動くか確かめる</a:t>
            </a:r>
            <a:endParaRPr b="1" sz="3700">
              <a:solidFill>
                <a:srgbClr val="FFFFFF"/>
              </a:solidFill>
              <a:latin typeface="Noto Sans JP"/>
              <a:ea typeface="Noto Sans JP"/>
              <a:cs typeface="Noto Sans JP"/>
              <a:sym typeface="Noto Sans JP"/>
            </a:endParaRPr>
          </a:p>
        </p:txBody>
      </p:sp>
      <p:sp>
        <p:nvSpPr>
          <p:cNvPr id="50" name="Google Shape;50;p9"/>
          <p:cNvSpPr/>
          <p:nvPr/>
        </p:nvSpPr>
        <p:spPr>
          <a:xfrm>
            <a:off x="711200" y="3810000"/>
            <a:ext cx="10794900" cy="1079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300">
                <a:solidFill>
                  <a:srgbClr val="B9CED1"/>
                </a:solidFill>
                <a:latin typeface="Noto Sans JP"/>
                <a:ea typeface="Noto Sans JP"/>
                <a:cs typeface="Noto Sans JP"/>
                <a:sym typeface="Noto Sans JP"/>
              </a:rPr>
              <a:t>実機・周辺機器・通信状態を含めた確認を、</a:t>
            </a:r>
            <a:endParaRPr sz="2300">
              <a:solidFill>
                <a:srgbClr val="B9CED1"/>
              </a:solidFill>
              <a:latin typeface="Noto Sans JP"/>
              <a:ea typeface="Noto Sans JP"/>
              <a:cs typeface="Noto Sans JP"/>
              <a:sym typeface="Noto Sans JP"/>
            </a:endParaRPr>
          </a:p>
          <a:p>
            <a:pPr indent="0" lvl="0" marL="0" marR="0" rtl="0" algn="l">
              <a:spcBef>
                <a:spcPts val="0"/>
              </a:spcBef>
              <a:spcAft>
                <a:spcPts val="0"/>
              </a:spcAft>
              <a:buNone/>
            </a:pPr>
            <a:r>
              <a:rPr lang="en-US" sz="2300">
                <a:solidFill>
                  <a:srgbClr val="B9CED1"/>
                </a:solidFill>
                <a:latin typeface="Noto Sans JP"/>
                <a:ea typeface="Noto Sans JP"/>
                <a:cs typeface="Noto Sans JP"/>
                <a:sym typeface="Noto Sans JP"/>
              </a:rPr>
              <a:t>繰り返し実行できる形にする。</a:t>
            </a:r>
            <a:endParaRPr sz="2300">
              <a:solidFill>
                <a:srgbClr val="B9CED1"/>
              </a:solidFill>
              <a:latin typeface="Noto Sans JP"/>
              <a:ea typeface="Noto Sans JP"/>
              <a:cs typeface="Noto Sans JP"/>
              <a:sym typeface="Noto Sans JP"/>
            </a:endParaRPr>
          </a:p>
        </p:txBody>
      </p:sp>
      <p:sp>
        <p:nvSpPr>
          <p:cNvPr id="51" name="Google Shape;51;p9"/>
          <p:cNvSpPr/>
          <p:nvPr/>
        </p:nvSpPr>
        <p:spPr>
          <a:xfrm>
            <a:off x="711200" y="5372100"/>
            <a:ext cx="10794900" cy="888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300">
                <a:solidFill>
                  <a:srgbClr val="70D8C3"/>
                </a:solidFill>
                <a:latin typeface="Noto Sans JP"/>
                <a:ea typeface="Noto Sans JP"/>
                <a:cs typeface="Noto Sans JP"/>
                <a:sym typeface="Noto Sans JP"/>
              </a:rPr>
              <a:t>自作の結合テストフレームワークで、</a:t>
            </a:r>
            <a:endParaRPr b="1" sz="2300">
              <a:solidFill>
                <a:srgbClr val="70D8C3"/>
              </a:solidFill>
              <a:latin typeface="Noto Sans JP"/>
              <a:ea typeface="Noto Sans JP"/>
              <a:cs typeface="Noto Sans JP"/>
              <a:sym typeface="Noto Sans JP"/>
            </a:endParaRPr>
          </a:p>
          <a:p>
            <a:pPr indent="0" lvl="0" marL="0" marR="0" rtl="0" algn="l">
              <a:spcBef>
                <a:spcPts val="0"/>
              </a:spcBef>
              <a:spcAft>
                <a:spcPts val="0"/>
              </a:spcAft>
              <a:buNone/>
            </a:pPr>
            <a:r>
              <a:rPr b="1" lang="en-US" sz="2300">
                <a:solidFill>
                  <a:srgbClr val="70D8C3"/>
                </a:solidFill>
                <a:latin typeface="Noto Sans JP"/>
                <a:ea typeface="Noto Sans JP"/>
                <a:cs typeface="Noto Sans JP"/>
                <a:sym typeface="Noto Sans JP"/>
              </a:rPr>
              <a:t>手順を進め、結果を収集・記録する。</a:t>
            </a:r>
            <a:endParaRPr b="1" sz="2300">
              <a:solidFill>
                <a:srgbClr val="70D8C3"/>
              </a:solidFill>
              <a:latin typeface="Noto Sans JP"/>
              <a:ea typeface="Noto Sans JP"/>
              <a:cs typeface="Noto Sans JP"/>
              <a:sym typeface="Noto Sans JP"/>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 name="Shape 56"/>
        <p:cNvGrpSpPr/>
        <p:nvPr/>
      </p:nvGrpSpPr>
      <p:grpSpPr>
        <a:xfrm>
          <a:off x="0" y="0"/>
          <a:ext cx="0" cy="0"/>
          <a:chOff x="0" y="0"/>
          <a:chExt cx="0" cy="0"/>
        </a:xfrm>
      </p:grpSpPr>
      <p:sp>
        <p:nvSpPr>
          <p:cNvPr id="57" name="Google Shape;57;p10"/>
          <p:cNvSpPr/>
          <p:nvPr/>
        </p:nvSpPr>
        <p:spPr>
          <a:xfrm>
            <a:off x="533400" y="6032500"/>
            <a:ext cx="11125200" cy="457200"/>
          </a:xfrm>
          <a:prstGeom prst="roundRect">
            <a:avLst>
              <a:gd fmla="val 16667" name="adj"/>
            </a:avLst>
          </a:prstGeom>
          <a:solidFill>
            <a:srgbClr val="E7F4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 name="Google Shape;58;p10"/>
          <p:cNvSpPr/>
          <p:nvPr/>
        </p:nvSpPr>
        <p:spPr>
          <a:xfrm>
            <a:off x="533400" y="304800"/>
            <a:ext cx="11125200" cy="825600"/>
          </a:xfrm>
          <a:prstGeom prst="roundRect">
            <a:avLst>
              <a:gd fmla="val 16667" name="adj"/>
            </a:avLst>
          </a:prstGeom>
          <a:solidFill>
            <a:srgbClr val="F0F4F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 name="Google Shape;59;p10"/>
          <p:cNvSpPr/>
          <p:nvPr/>
        </p:nvSpPr>
        <p:spPr>
          <a:xfrm>
            <a:off x="685800" y="444500"/>
            <a:ext cx="10820400" cy="888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000">
                <a:solidFill>
                  <a:srgbClr val="142D3A"/>
                </a:solidFill>
                <a:latin typeface="Noto Sans JP"/>
                <a:ea typeface="Noto Sans JP"/>
                <a:cs typeface="Noto Sans JP"/>
                <a:sym typeface="Noto Sans JP"/>
              </a:rPr>
              <a:t>具体化と検証の反復</a:t>
            </a:r>
            <a:endParaRPr b="1" sz="3000">
              <a:solidFill>
                <a:srgbClr val="142D3A"/>
              </a:solidFill>
              <a:latin typeface="Noto Sans JP"/>
              <a:ea typeface="Noto Sans JP"/>
              <a:cs typeface="Noto Sans JP"/>
              <a:sym typeface="Noto Sans JP"/>
            </a:endParaRPr>
          </a:p>
        </p:txBody>
      </p:sp>
      <p:sp>
        <p:nvSpPr>
          <p:cNvPr id="60" name="Google Shape;60;p10"/>
          <p:cNvSpPr/>
          <p:nvPr/>
        </p:nvSpPr>
        <p:spPr>
          <a:xfrm>
            <a:off x="11252200" y="6438900"/>
            <a:ext cx="482700" cy="254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100">
                <a:solidFill>
                  <a:srgbClr val="607780"/>
                </a:solidFill>
                <a:latin typeface="Noto Sans JP"/>
                <a:ea typeface="Noto Sans JP"/>
                <a:cs typeface="Noto Sans JP"/>
                <a:sym typeface="Noto Sans JP"/>
              </a:rPr>
              <a:t>03</a:t>
            </a:r>
            <a:endParaRPr sz="1100">
              <a:solidFill>
                <a:srgbClr val="607780"/>
              </a:solidFill>
              <a:latin typeface="Noto Sans JP"/>
              <a:ea typeface="Noto Sans JP"/>
              <a:cs typeface="Noto Sans JP"/>
              <a:sym typeface="Noto Sans JP"/>
            </a:endParaRPr>
          </a:p>
        </p:txBody>
      </p:sp>
      <p:pic>
        <p:nvPicPr>
          <p:cNvPr id="61" name="Google Shape;61;p10"/>
          <p:cNvPicPr preferRelativeResize="0"/>
          <p:nvPr/>
        </p:nvPicPr>
        <p:blipFill>
          <a:blip r:embed="rId3">
            <a:alphaModFix/>
          </a:blip>
          <a:stretch>
            <a:fillRect/>
          </a:stretch>
        </p:blipFill>
        <p:spPr>
          <a:xfrm>
            <a:off x="1524000" y="1206500"/>
            <a:ext cx="9144000" cy="4762500"/>
          </a:xfrm>
          <a:prstGeom prst="rect">
            <a:avLst/>
          </a:prstGeom>
          <a:noFill/>
          <a:ln>
            <a:noFill/>
          </a:ln>
        </p:spPr>
      </p:pic>
      <p:sp>
        <p:nvSpPr>
          <p:cNvPr id="62" name="Google Shape;62;p10"/>
          <p:cNvSpPr/>
          <p:nvPr/>
        </p:nvSpPr>
        <p:spPr>
          <a:xfrm>
            <a:off x="685800" y="6134100"/>
            <a:ext cx="10477500" cy="444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200">
                <a:solidFill>
                  <a:srgbClr val="007F7A"/>
                </a:solidFill>
                <a:latin typeface="Noto Sans JP"/>
                <a:ea typeface="Noto Sans JP"/>
                <a:cs typeface="Noto Sans JP"/>
                <a:sym typeface="Noto Sans JP"/>
              </a:rPr>
              <a:t>矛盾や不足を要求へ戻し、具体化と検証を繰り返す</a:t>
            </a:r>
            <a:endParaRPr b="1" sz="2200">
              <a:solidFill>
                <a:srgbClr val="007F7A"/>
              </a:solidFill>
              <a:latin typeface="Noto Sans JP"/>
              <a:ea typeface="Noto Sans JP"/>
              <a:cs typeface="Noto Sans JP"/>
              <a:sym typeface="Noto Sans JP"/>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 name="Shape 67"/>
        <p:cNvGrpSpPr/>
        <p:nvPr/>
      </p:nvGrpSpPr>
      <p:grpSpPr>
        <a:xfrm>
          <a:off x="0" y="0"/>
          <a:ext cx="0" cy="0"/>
          <a:chOff x="0" y="0"/>
          <a:chExt cx="0" cy="0"/>
        </a:xfrm>
      </p:grpSpPr>
      <p:sp>
        <p:nvSpPr>
          <p:cNvPr id="68" name="Google Shape;68;p11"/>
          <p:cNvSpPr/>
          <p:nvPr/>
        </p:nvSpPr>
        <p:spPr>
          <a:xfrm>
            <a:off x="7797800" y="3975100"/>
            <a:ext cx="3860700" cy="1320900"/>
          </a:xfrm>
          <a:prstGeom prst="roundRect">
            <a:avLst>
              <a:gd fmla="val 16667" name="adj"/>
            </a:avLst>
          </a:prstGeom>
          <a:solidFill>
            <a:srgbClr val="E7F4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 name="Google Shape;69;p11"/>
          <p:cNvSpPr/>
          <p:nvPr/>
        </p:nvSpPr>
        <p:spPr>
          <a:xfrm>
            <a:off x="7797800" y="2514600"/>
            <a:ext cx="3860700" cy="1320900"/>
          </a:xfrm>
          <a:prstGeom prst="roundRect">
            <a:avLst>
              <a:gd fmla="val 16667" name="adj"/>
            </a:avLst>
          </a:prstGeom>
          <a:solidFill>
            <a:srgbClr val="EDF2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 name="Google Shape;70;p11"/>
          <p:cNvSpPr/>
          <p:nvPr/>
        </p:nvSpPr>
        <p:spPr>
          <a:xfrm>
            <a:off x="533400" y="1422400"/>
            <a:ext cx="11125200" cy="914400"/>
          </a:xfrm>
          <a:prstGeom prst="roundRect">
            <a:avLst>
              <a:gd fmla="val 16667" name="adj"/>
            </a:avLst>
          </a:prstGeom>
          <a:solidFill>
            <a:srgbClr val="E7F4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1"/>
          <p:cNvSpPr/>
          <p:nvPr/>
        </p:nvSpPr>
        <p:spPr>
          <a:xfrm>
            <a:off x="533400" y="304800"/>
            <a:ext cx="11125200" cy="888900"/>
          </a:xfrm>
          <a:prstGeom prst="roundRect">
            <a:avLst>
              <a:gd fmla="val 16667" name="adj"/>
            </a:avLst>
          </a:prstGeom>
          <a:solidFill>
            <a:srgbClr val="F0F4F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 name="Google Shape;72;p11"/>
          <p:cNvSpPr/>
          <p:nvPr/>
        </p:nvSpPr>
        <p:spPr>
          <a:xfrm>
            <a:off x="685800" y="444500"/>
            <a:ext cx="10820400" cy="888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000">
                <a:solidFill>
                  <a:srgbClr val="142D3A"/>
                </a:solidFill>
                <a:latin typeface="Noto Sans JP"/>
                <a:ea typeface="Noto Sans JP"/>
                <a:cs typeface="Noto Sans JP"/>
                <a:sym typeface="Noto Sans JP"/>
              </a:rPr>
              <a:t>構成と振る舞いを分けて具体化する</a:t>
            </a:r>
            <a:endParaRPr b="1" sz="3000">
              <a:solidFill>
                <a:srgbClr val="142D3A"/>
              </a:solidFill>
              <a:latin typeface="Noto Sans JP"/>
              <a:ea typeface="Noto Sans JP"/>
              <a:cs typeface="Noto Sans JP"/>
              <a:sym typeface="Noto Sans JP"/>
            </a:endParaRPr>
          </a:p>
        </p:txBody>
      </p:sp>
      <p:sp>
        <p:nvSpPr>
          <p:cNvPr id="73" name="Google Shape;73;p11"/>
          <p:cNvSpPr/>
          <p:nvPr/>
        </p:nvSpPr>
        <p:spPr>
          <a:xfrm>
            <a:off x="11252200" y="6438900"/>
            <a:ext cx="482700" cy="254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100">
                <a:solidFill>
                  <a:srgbClr val="607780"/>
                </a:solidFill>
                <a:latin typeface="Noto Sans JP"/>
                <a:ea typeface="Noto Sans JP"/>
                <a:cs typeface="Noto Sans JP"/>
                <a:sym typeface="Noto Sans JP"/>
              </a:rPr>
              <a:t>04</a:t>
            </a:r>
            <a:endParaRPr sz="1100">
              <a:solidFill>
                <a:srgbClr val="607780"/>
              </a:solidFill>
              <a:latin typeface="Noto Sans JP"/>
              <a:ea typeface="Noto Sans JP"/>
              <a:cs typeface="Noto Sans JP"/>
              <a:sym typeface="Noto Sans JP"/>
            </a:endParaRPr>
          </a:p>
        </p:txBody>
      </p:sp>
      <p:sp>
        <p:nvSpPr>
          <p:cNvPr id="74" name="Google Shape;74;p11"/>
          <p:cNvSpPr/>
          <p:nvPr/>
        </p:nvSpPr>
        <p:spPr>
          <a:xfrm>
            <a:off x="685800" y="1524000"/>
            <a:ext cx="10820400" cy="888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200">
                <a:solidFill>
                  <a:srgbClr val="142D3A"/>
                </a:solidFill>
                <a:latin typeface="Noto Sans JP"/>
                <a:ea typeface="Noto Sans JP"/>
                <a:cs typeface="Noto Sans JP"/>
                <a:sym typeface="Noto Sans JP"/>
              </a:rPr>
              <a:t>例：主回線が途絶しても、副回線で欠損・重複なく届けたい</a:t>
            </a:r>
            <a:endParaRPr b="1" sz="2200">
              <a:solidFill>
                <a:srgbClr val="142D3A"/>
              </a:solidFill>
              <a:latin typeface="Noto Sans JP"/>
              <a:ea typeface="Noto Sans JP"/>
              <a:cs typeface="Noto Sans JP"/>
              <a:sym typeface="Noto Sans JP"/>
            </a:endParaRPr>
          </a:p>
        </p:txBody>
      </p:sp>
      <p:pic>
        <p:nvPicPr>
          <p:cNvPr id="75" name="Google Shape;75;p11"/>
          <p:cNvPicPr preferRelativeResize="0"/>
          <p:nvPr/>
        </p:nvPicPr>
        <p:blipFill>
          <a:blip r:embed="rId3">
            <a:alphaModFix/>
          </a:blip>
          <a:stretch>
            <a:fillRect/>
          </a:stretch>
        </p:blipFill>
        <p:spPr>
          <a:xfrm>
            <a:off x="635000" y="2540811"/>
            <a:ext cx="7111998" cy="2004978"/>
          </a:xfrm>
          <a:prstGeom prst="rect">
            <a:avLst/>
          </a:prstGeom>
          <a:noFill/>
          <a:ln>
            <a:noFill/>
          </a:ln>
        </p:spPr>
      </p:pic>
      <p:sp>
        <p:nvSpPr>
          <p:cNvPr id="76" name="Google Shape;76;p11"/>
          <p:cNvSpPr/>
          <p:nvPr/>
        </p:nvSpPr>
        <p:spPr>
          <a:xfrm>
            <a:off x="7937500" y="2667000"/>
            <a:ext cx="3683100" cy="1143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300">
                <a:solidFill>
                  <a:srgbClr val="142D3A"/>
                </a:solidFill>
                <a:latin typeface="Noto Sans JP"/>
                <a:ea typeface="Noto Sans JP"/>
                <a:cs typeface="Noto Sans JP"/>
                <a:sym typeface="Noto Sans JP"/>
              </a:rPr>
              <a:t>基本設計</a:t>
            </a:r>
            <a:endParaRPr b="1" sz="2300">
              <a:solidFill>
                <a:srgbClr val="142D3A"/>
              </a:solidFill>
              <a:latin typeface="Noto Sans JP"/>
              <a:ea typeface="Noto Sans JP"/>
              <a:cs typeface="Noto Sans JP"/>
              <a:sym typeface="Noto Sans JP"/>
            </a:endParaRPr>
          </a:p>
          <a:p>
            <a:pPr indent="0" lvl="0" marL="0" marR="0" rtl="0" algn="l">
              <a:spcBef>
                <a:spcPts val="0"/>
              </a:spcBef>
              <a:spcAft>
                <a:spcPts val="0"/>
              </a:spcAft>
              <a:buNone/>
            </a:pPr>
            <a:r>
              <a:rPr b="1" lang="en-US" sz="2300">
                <a:solidFill>
                  <a:srgbClr val="142D3A"/>
                </a:solidFill>
                <a:latin typeface="Noto Sans JP"/>
                <a:ea typeface="Noto Sans JP"/>
                <a:cs typeface="Noto Sans JP"/>
                <a:sym typeface="Noto Sans JP"/>
              </a:rPr>
              <a:t>どこで、何を担うか</a:t>
            </a:r>
            <a:endParaRPr b="1" sz="2300">
              <a:solidFill>
                <a:srgbClr val="142D3A"/>
              </a:solidFill>
              <a:latin typeface="Noto Sans JP"/>
              <a:ea typeface="Noto Sans JP"/>
              <a:cs typeface="Noto Sans JP"/>
              <a:sym typeface="Noto Sans JP"/>
            </a:endParaRPr>
          </a:p>
        </p:txBody>
      </p:sp>
      <p:sp>
        <p:nvSpPr>
          <p:cNvPr id="77" name="Google Shape;77;p11"/>
          <p:cNvSpPr/>
          <p:nvPr/>
        </p:nvSpPr>
        <p:spPr>
          <a:xfrm>
            <a:off x="7937500" y="4127500"/>
            <a:ext cx="3683100" cy="1143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300">
                <a:solidFill>
                  <a:srgbClr val="142D3A"/>
                </a:solidFill>
                <a:latin typeface="Noto Sans JP"/>
                <a:ea typeface="Noto Sans JP"/>
                <a:cs typeface="Noto Sans JP"/>
                <a:sym typeface="Noto Sans JP"/>
              </a:rPr>
              <a:t>機能仕様</a:t>
            </a:r>
            <a:endParaRPr b="1" sz="2300">
              <a:solidFill>
                <a:srgbClr val="142D3A"/>
              </a:solidFill>
              <a:latin typeface="Noto Sans JP"/>
              <a:ea typeface="Noto Sans JP"/>
              <a:cs typeface="Noto Sans JP"/>
              <a:sym typeface="Noto Sans JP"/>
            </a:endParaRPr>
          </a:p>
          <a:p>
            <a:pPr indent="0" lvl="0" marL="0" marR="0" rtl="0" algn="l">
              <a:spcBef>
                <a:spcPts val="0"/>
              </a:spcBef>
              <a:spcAft>
                <a:spcPts val="0"/>
              </a:spcAft>
              <a:buNone/>
            </a:pPr>
            <a:r>
              <a:rPr b="1" lang="en-US" sz="2300">
                <a:solidFill>
                  <a:srgbClr val="142D3A"/>
                </a:solidFill>
                <a:latin typeface="Noto Sans JP"/>
                <a:ea typeface="Noto Sans JP"/>
                <a:cs typeface="Noto Sans JP"/>
                <a:sym typeface="Noto Sans JP"/>
              </a:rPr>
              <a:t>どの条件で、どう動くか</a:t>
            </a:r>
            <a:endParaRPr b="1" sz="2300">
              <a:solidFill>
                <a:srgbClr val="142D3A"/>
              </a:solidFill>
              <a:latin typeface="Noto Sans JP"/>
              <a:ea typeface="Noto Sans JP"/>
              <a:cs typeface="Noto Sans JP"/>
              <a:sym typeface="Noto Sans JP"/>
            </a:endParaRPr>
          </a:p>
        </p:txBody>
      </p:sp>
      <p:sp>
        <p:nvSpPr>
          <p:cNvPr id="78" name="Google Shape;78;p11"/>
          <p:cNvSpPr/>
          <p:nvPr/>
        </p:nvSpPr>
        <p:spPr>
          <a:xfrm>
            <a:off x="685800" y="5969000"/>
            <a:ext cx="10477500" cy="444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a:solidFill>
                  <a:srgbClr val="607780"/>
                </a:solidFill>
                <a:latin typeface="Noto Sans JP"/>
                <a:ea typeface="Noto Sans JP"/>
                <a:cs typeface="Noto Sans JP"/>
                <a:sym typeface="Noto Sans JP"/>
              </a:rPr>
              <a:t>説明用の仮想例。副回線が利用できることを前提とします。</a:t>
            </a:r>
            <a:endParaRPr>
              <a:solidFill>
                <a:srgbClr val="607780"/>
              </a:solidFill>
              <a:latin typeface="Noto Sans JP"/>
              <a:ea typeface="Noto Sans JP"/>
              <a:cs typeface="Noto Sans JP"/>
              <a:sym typeface="Noto Sans JP"/>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sp>
        <p:nvSpPr>
          <p:cNvPr id="84" name="Google Shape;84;p12"/>
          <p:cNvSpPr/>
          <p:nvPr/>
        </p:nvSpPr>
        <p:spPr>
          <a:xfrm>
            <a:off x="533400" y="5461000"/>
            <a:ext cx="11125200" cy="762000"/>
          </a:xfrm>
          <a:prstGeom prst="roundRect">
            <a:avLst>
              <a:gd fmla="val 16667" name="adj"/>
            </a:avLst>
          </a:prstGeom>
          <a:solidFill>
            <a:srgbClr val="F0F4F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 name="Google Shape;85;p12"/>
          <p:cNvSpPr/>
          <p:nvPr/>
        </p:nvSpPr>
        <p:spPr>
          <a:xfrm>
            <a:off x="533400" y="4470400"/>
            <a:ext cx="11125200" cy="863700"/>
          </a:xfrm>
          <a:prstGeom prst="roundRect">
            <a:avLst>
              <a:gd fmla="val 16667" name="adj"/>
            </a:avLst>
          </a:prstGeom>
          <a:solidFill>
            <a:srgbClr val="E7F4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 name="Google Shape;86;p12"/>
          <p:cNvSpPr/>
          <p:nvPr/>
        </p:nvSpPr>
        <p:spPr>
          <a:xfrm>
            <a:off x="533400" y="304800"/>
            <a:ext cx="11125200" cy="888900"/>
          </a:xfrm>
          <a:prstGeom prst="roundRect">
            <a:avLst>
              <a:gd fmla="val 16667" name="adj"/>
            </a:avLst>
          </a:prstGeom>
          <a:solidFill>
            <a:srgbClr val="F0F4F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2"/>
          <p:cNvSpPr/>
          <p:nvPr/>
        </p:nvSpPr>
        <p:spPr>
          <a:xfrm>
            <a:off x="685800" y="444500"/>
            <a:ext cx="10820400" cy="888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000">
                <a:solidFill>
                  <a:srgbClr val="142D3A"/>
                </a:solidFill>
                <a:latin typeface="Noto Sans JP"/>
                <a:ea typeface="Noto Sans JP"/>
                <a:cs typeface="Noto Sans JP"/>
                <a:sym typeface="Noto Sans JP"/>
              </a:rPr>
              <a:t>変更時に確認する範囲をたどる</a:t>
            </a:r>
            <a:endParaRPr b="1" sz="3000">
              <a:solidFill>
                <a:srgbClr val="142D3A"/>
              </a:solidFill>
              <a:latin typeface="Noto Sans JP"/>
              <a:ea typeface="Noto Sans JP"/>
              <a:cs typeface="Noto Sans JP"/>
              <a:sym typeface="Noto Sans JP"/>
            </a:endParaRPr>
          </a:p>
        </p:txBody>
      </p:sp>
      <p:sp>
        <p:nvSpPr>
          <p:cNvPr id="88" name="Google Shape;88;p12"/>
          <p:cNvSpPr/>
          <p:nvPr/>
        </p:nvSpPr>
        <p:spPr>
          <a:xfrm>
            <a:off x="11252200" y="6438900"/>
            <a:ext cx="482700" cy="254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100">
                <a:solidFill>
                  <a:srgbClr val="607780"/>
                </a:solidFill>
                <a:latin typeface="Noto Sans JP"/>
                <a:ea typeface="Noto Sans JP"/>
                <a:cs typeface="Noto Sans JP"/>
                <a:sym typeface="Noto Sans JP"/>
              </a:rPr>
              <a:t>05</a:t>
            </a:r>
            <a:endParaRPr sz="1100">
              <a:solidFill>
                <a:srgbClr val="607780"/>
              </a:solidFill>
              <a:latin typeface="Noto Sans JP"/>
              <a:ea typeface="Noto Sans JP"/>
              <a:cs typeface="Noto Sans JP"/>
              <a:sym typeface="Noto Sans JP"/>
            </a:endParaRPr>
          </a:p>
        </p:txBody>
      </p:sp>
      <p:graphicFrame>
        <p:nvGraphicFramePr>
          <p:cNvPr id="89" name="Google Shape;89;p12"/>
          <p:cNvGraphicFramePr/>
          <p:nvPr/>
        </p:nvGraphicFramePr>
        <p:xfrm>
          <a:off x="609600" y="1666875"/>
          <a:ext cx="3000000" cy="3000000"/>
        </p:xfrm>
        <a:graphic>
          <a:graphicData uri="http://schemas.openxmlformats.org/drawingml/2006/table">
            <a:tbl>
              <a:tblPr>
                <a:noFill/>
                <a:tableStyleId>{E848F81C-8E0D-4013-9DEF-1C0A553C38EA}</a:tableStyleId>
              </a:tblPr>
              <a:tblGrid>
                <a:gridCol w="2190750"/>
                <a:gridCol w="3143250"/>
                <a:gridCol w="2381250"/>
                <a:gridCol w="3257550"/>
              </a:tblGrid>
              <a:tr h="1166825">
                <a:tc>
                  <a:txBody>
                    <a:bodyPr/>
                    <a:lstStyle/>
                    <a:p>
                      <a:pPr indent="0" lvl="0" marL="0" marR="0" rtl="0" algn="l">
                        <a:spcBef>
                          <a:spcPts val="0"/>
                        </a:spcBef>
                        <a:spcAft>
                          <a:spcPts val="0"/>
                        </a:spcAft>
                        <a:buClr>
                          <a:srgbClr val="FFFFFF"/>
                        </a:buClr>
                        <a:buSzPts val="1875"/>
                        <a:buFont typeface="Arial"/>
                        <a:buNone/>
                      </a:pPr>
                      <a:r>
                        <a:rPr b="1" lang="en-US" sz="1800" u="none" cap="none" strike="noStrike">
                          <a:solidFill>
                            <a:srgbClr val="FFFFFF"/>
                          </a:solidFill>
                          <a:latin typeface="Noto Sans JP"/>
                          <a:ea typeface="Noto Sans JP"/>
                          <a:cs typeface="Noto Sans JP"/>
                          <a:sym typeface="Noto Sans JP"/>
                        </a:rPr>
                        <a:t>要件</a:t>
                      </a:r>
                      <a:endParaRPr b="1" sz="1800">
                        <a:solidFill>
                          <a:srgbClr val="FFFFFF"/>
                        </a:solidFill>
                        <a:latin typeface="Noto Sans JP"/>
                        <a:ea typeface="Noto Sans JP"/>
                        <a:cs typeface="Noto Sans JP"/>
                        <a:sym typeface="Noto Sans JP"/>
                      </a:endParaRPr>
                    </a:p>
                  </a:txBody>
                  <a:tcPr marT="45725" marB="45725" marR="91450" marL="91450" anchor="ctr">
                    <a:lnL cap="flat" cmpd="sng" w="9525">
                      <a:solidFill>
                        <a:srgbClr val="DCE5EC"/>
                      </a:solidFill>
                      <a:prstDash val="solid"/>
                      <a:round/>
                      <a:headEnd len="sm" w="sm" type="none"/>
                      <a:tailEnd len="sm" w="sm" type="none"/>
                    </a:lnL>
                    <a:lnT cap="flat" cmpd="sng" w="9525">
                      <a:solidFill>
                        <a:srgbClr val="DCE5EC"/>
                      </a:solidFill>
                      <a:prstDash val="solid"/>
                      <a:round/>
                      <a:headEnd len="sm" w="sm" type="none"/>
                      <a:tailEnd len="sm" w="sm" type="none"/>
                    </a:lnT>
                    <a:solidFill>
                      <a:srgbClr val="102B36"/>
                    </a:solidFill>
                  </a:tcPr>
                </a:tc>
                <a:tc>
                  <a:txBody>
                    <a:bodyPr/>
                    <a:lstStyle/>
                    <a:p>
                      <a:pPr indent="0" lvl="0" marL="0" marR="0" rtl="0" algn="l">
                        <a:spcBef>
                          <a:spcPts val="0"/>
                        </a:spcBef>
                        <a:spcAft>
                          <a:spcPts val="0"/>
                        </a:spcAft>
                        <a:buClr>
                          <a:srgbClr val="FFFFFF"/>
                        </a:buClr>
                        <a:buSzPts val="1875"/>
                        <a:buFont typeface="Arial"/>
                        <a:buNone/>
                      </a:pPr>
                      <a:r>
                        <a:rPr b="1" lang="en-US" sz="1800">
                          <a:solidFill>
                            <a:srgbClr val="FFFFFF"/>
                          </a:solidFill>
                          <a:latin typeface="Noto Sans JP"/>
                          <a:ea typeface="Noto Sans JP"/>
                          <a:cs typeface="Noto Sans JP"/>
                          <a:sym typeface="Noto Sans JP"/>
                        </a:rPr>
                        <a:t>仕様・設計</a:t>
                      </a:r>
                      <a:endParaRPr b="1" sz="1800">
                        <a:solidFill>
                          <a:srgbClr val="FFFFFF"/>
                        </a:solidFill>
                        <a:latin typeface="Noto Sans JP"/>
                        <a:ea typeface="Noto Sans JP"/>
                        <a:cs typeface="Noto Sans JP"/>
                        <a:sym typeface="Noto Sans JP"/>
                      </a:endParaRPr>
                    </a:p>
                  </a:txBody>
                  <a:tcPr marT="45725" marB="45725" marR="91450" marL="91450" anchor="ctr">
                    <a:lnT cap="flat" cmpd="sng" w="9525">
                      <a:solidFill>
                        <a:srgbClr val="DCE5EC"/>
                      </a:solidFill>
                      <a:prstDash val="solid"/>
                      <a:round/>
                      <a:headEnd len="sm" w="sm" type="none"/>
                      <a:tailEnd len="sm" w="sm" type="none"/>
                    </a:lnT>
                    <a:solidFill>
                      <a:srgbClr val="102B36"/>
                    </a:solidFill>
                  </a:tcPr>
                </a:tc>
                <a:tc>
                  <a:txBody>
                    <a:bodyPr/>
                    <a:lstStyle/>
                    <a:p>
                      <a:pPr indent="0" lvl="0" marL="0" marR="0" rtl="0" algn="l">
                        <a:spcBef>
                          <a:spcPts val="0"/>
                        </a:spcBef>
                        <a:spcAft>
                          <a:spcPts val="0"/>
                        </a:spcAft>
                        <a:buClr>
                          <a:srgbClr val="FFFFFF"/>
                        </a:buClr>
                        <a:buSzPts val="1875"/>
                        <a:buFont typeface="Arial"/>
                        <a:buNone/>
                      </a:pPr>
                      <a:r>
                        <a:rPr b="1" lang="en-US" sz="1800">
                          <a:solidFill>
                            <a:srgbClr val="FFFFFF"/>
                          </a:solidFill>
                          <a:latin typeface="Noto Sans JP"/>
                          <a:ea typeface="Noto Sans JP"/>
                          <a:cs typeface="Noto Sans JP"/>
                          <a:sym typeface="Noto Sans JP"/>
                        </a:rPr>
                        <a:t>実装・PR</a:t>
                      </a:r>
                      <a:endParaRPr b="1" sz="1800">
                        <a:solidFill>
                          <a:srgbClr val="FFFFFF"/>
                        </a:solidFill>
                        <a:latin typeface="Noto Sans JP"/>
                        <a:ea typeface="Noto Sans JP"/>
                        <a:cs typeface="Noto Sans JP"/>
                        <a:sym typeface="Noto Sans JP"/>
                      </a:endParaRPr>
                    </a:p>
                  </a:txBody>
                  <a:tcPr marT="45725" marB="45725" marR="91450" marL="91450" anchor="ctr">
                    <a:lnT cap="flat" cmpd="sng" w="9525">
                      <a:solidFill>
                        <a:srgbClr val="DCE5EC"/>
                      </a:solidFill>
                      <a:prstDash val="solid"/>
                      <a:round/>
                      <a:headEnd len="sm" w="sm" type="none"/>
                      <a:tailEnd len="sm" w="sm" type="none"/>
                    </a:lnT>
                    <a:solidFill>
                      <a:srgbClr val="102B36"/>
                    </a:solidFill>
                  </a:tcPr>
                </a:tc>
                <a:tc>
                  <a:txBody>
                    <a:bodyPr/>
                    <a:lstStyle/>
                    <a:p>
                      <a:pPr indent="0" lvl="0" marL="0" marR="0" rtl="0" algn="l">
                        <a:spcBef>
                          <a:spcPts val="0"/>
                        </a:spcBef>
                        <a:spcAft>
                          <a:spcPts val="0"/>
                        </a:spcAft>
                        <a:buClr>
                          <a:srgbClr val="FFFFFF"/>
                        </a:buClr>
                        <a:buSzPts val="1875"/>
                        <a:buFont typeface="Arial"/>
                        <a:buNone/>
                      </a:pPr>
                      <a:r>
                        <a:rPr b="1" lang="en-US" sz="1800">
                          <a:solidFill>
                            <a:srgbClr val="FFFFFF"/>
                          </a:solidFill>
                          <a:latin typeface="Noto Sans JP"/>
                          <a:ea typeface="Noto Sans JP"/>
                          <a:cs typeface="Noto Sans JP"/>
                          <a:sym typeface="Noto Sans JP"/>
                        </a:rPr>
                        <a:t>テスト</a:t>
                      </a:r>
                      <a:endParaRPr b="1" sz="1800">
                        <a:solidFill>
                          <a:srgbClr val="FFFFFF"/>
                        </a:solidFill>
                        <a:latin typeface="Noto Sans JP"/>
                        <a:ea typeface="Noto Sans JP"/>
                        <a:cs typeface="Noto Sans JP"/>
                        <a:sym typeface="Noto Sans JP"/>
                      </a:endParaRPr>
                    </a:p>
                  </a:txBody>
                  <a:tcPr marT="45725" marB="45725" marR="91450" marL="91450" anchor="ctr">
                    <a:lnR cap="flat" cmpd="sng" w="9525">
                      <a:solidFill>
                        <a:srgbClr val="DCE5EC"/>
                      </a:solidFill>
                      <a:prstDash val="solid"/>
                      <a:round/>
                      <a:headEnd len="sm" w="sm" type="none"/>
                      <a:tailEnd len="sm" w="sm" type="none"/>
                    </a:lnR>
                    <a:lnT cap="flat" cmpd="sng" w="9525">
                      <a:solidFill>
                        <a:srgbClr val="DCE5EC"/>
                      </a:solidFill>
                      <a:prstDash val="solid"/>
                      <a:round/>
                      <a:headEnd len="sm" w="sm" type="none"/>
                      <a:tailEnd len="sm" w="sm" type="none"/>
                    </a:lnT>
                    <a:solidFill>
                      <a:srgbClr val="102B36"/>
                    </a:solidFill>
                  </a:tcPr>
                </a:tc>
              </a:tr>
              <a:tr h="1166825">
                <a:tc>
                  <a:txBody>
                    <a:bodyPr/>
                    <a:lstStyle/>
                    <a:p>
                      <a:pPr indent="0" lvl="0" marL="0" marR="0" rtl="0" algn="l">
                        <a:spcBef>
                          <a:spcPts val="0"/>
                        </a:spcBef>
                        <a:spcAft>
                          <a:spcPts val="0"/>
                        </a:spcAft>
                        <a:buClr>
                          <a:srgbClr val="24364B"/>
                        </a:buClr>
                        <a:buSzPts val="1875"/>
                        <a:buFont typeface="Arial"/>
                        <a:buNone/>
                      </a:pPr>
                      <a:r>
                        <a:rPr lang="en-US" sz="1800">
                          <a:solidFill>
                            <a:srgbClr val="142D3A"/>
                          </a:solidFill>
                          <a:latin typeface="Noto Sans JP"/>
                          <a:ea typeface="Noto Sans JP"/>
                          <a:cs typeface="Noto Sans JP"/>
                          <a:sym typeface="Noto Sans JP"/>
                        </a:rPr>
                        <a:t>副回線で</a:t>
                      </a:r>
                      <a:endParaRPr sz="1800">
                        <a:solidFill>
                          <a:srgbClr val="142D3A"/>
                        </a:solidFill>
                        <a:latin typeface="Noto Sans JP"/>
                        <a:ea typeface="Noto Sans JP"/>
                        <a:cs typeface="Noto Sans JP"/>
                        <a:sym typeface="Noto Sans JP"/>
                      </a:endParaRPr>
                    </a:p>
                    <a:p>
                      <a:pPr indent="0" lvl="0" marL="0" marR="0" rtl="0" algn="l">
                        <a:spcBef>
                          <a:spcPts val="0"/>
                        </a:spcBef>
                        <a:spcAft>
                          <a:spcPts val="0"/>
                        </a:spcAft>
                        <a:buClr>
                          <a:srgbClr val="24364B"/>
                        </a:buClr>
                        <a:buSzPts val="1875"/>
                        <a:buFont typeface="Arial"/>
                        <a:buNone/>
                      </a:pPr>
                      <a:r>
                        <a:rPr lang="en-US" sz="1800">
                          <a:solidFill>
                            <a:srgbClr val="142D3A"/>
                          </a:solidFill>
                          <a:latin typeface="Noto Sans JP"/>
                          <a:ea typeface="Noto Sans JP"/>
                          <a:cs typeface="Noto Sans JP"/>
                          <a:sym typeface="Noto Sans JP"/>
                        </a:rPr>
                        <a:t>欠損・重複なく</a:t>
                      </a:r>
                      <a:endParaRPr sz="1800">
                        <a:solidFill>
                          <a:srgbClr val="142D3A"/>
                        </a:solidFill>
                        <a:latin typeface="Noto Sans JP"/>
                        <a:ea typeface="Noto Sans JP"/>
                        <a:cs typeface="Noto Sans JP"/>
                        <a:sym typeface="Noto Sans JP"/>
                      </a:endParaRPr>
                    </a:p>
                    <a:p>
                      <a:pPr indent="0" lvl="0" marL="0" marR="0" rtl="0" algn="l">
                        <a:spcBef>
                          <a:spcPts val="0"/>
                        </a:spcBef>
                        <a:spcAft>
                          <a:spcPts val="0"/>
                        </a:spcAft>
                        <a:buClr>
                          <a:srgbClr val="24364B"/>
                        </a:buClr>
                        <a:buSzPts val="1875"/>
                        <a:buFont typeface="Arial"/>
                        <a:buNone/>
                      </a:pPr>
                      <a:r>
                        <a:rPr lang="en-US" sz="1800">
                          <a:solidFill>
                            <a:srgbClr val="142D3A"/>
                          </a:solidFill>
                          <a:latin typeface="Noto Sans JP"/>
                          <a:ea typeface="Noto Sans JP"/>
                          <a:cs typeface="Noto Sans JP"/>
                          <a:sym typeface="Noto Sans JP"/>
                        </a:rPr>
                        <a:t>届ける</a:t>
                      </a:r>
                      <a:endParaRPr sz="1800">
                        <a:solidFill>
                          <a:srgbClr val="142D3A"/>
                        </a:solidFill>
                        <a:latin typeface="Noto Sans JP"/>
                        <a:ea typeface="Noto Sans JP"/>
                        <a:cs typeface="Noto Sans JP"/>
                        <a:sym typeface="Noto Sans JP"/>
                      </a:endParaRPr>
                    </a:p>
                  </a:txBody>
                  <a:tcPr marT="45725" marB="45725" marR="91450" marL="91450" anchor="ctr">
                    <a:lnL cap="flat" cmpd="sng" w="9525">
                      <a:solidFill>
                        <a:srgbClr val="DCE5EC"/>
                      </a:solidFill>
                      <a:prstDash val="solid"/>
                      <a:round/>
                      <a:headEnd len="sm" w="sm" type="none"/>
                      <a:tailEnd len="sm" w="sm" type="none"/>
                    </a:lnL>
                    <a:lnB cap="flat" cmpd="sng" w="9525">
                      <a:solidFill>
                        <a:srgbClr val="DCE5EC"/>
                      </a:solidFill>
                      <a:prstDash val="solid"/>
                      <a:round/>
                      <a:headEnd len="sm" w="sm" type="none"/>
                      <a:tailEnd len="sm" w="sm" type="none"/>
                    </a:lnB>
                    <a:solidFill>
                      <a:srgbClr val="F0F5F4"/>
                    </a:solidFill>
                  </a:tcPr>
                </a:tc>
                <a:tc>
                  <a:txBody>
                    <a:bodyPr/>
                    <a:lstStyle/>
                    <a:p>
                      <a:pPr indent="0" lvl="0" marL="0" marR="0" rtl="0" algn="l">
                        <a:spcBef>
                          <a:spcPts val="0"/>
                        </a:spcBef>
                        <a:spcAft>
                          <a:spcPts val="0"/>
                        </a:spcAft>
                        <a:buClr>
                          <a:srgbClr val="24364B"/>
                        </a:buClr>
                        <a:buSzPts val="1875"/>
                        <a:buFont typeface="Arial"/>
                        <a:buNone/>
                      </a:pPr>
                      <a:r>
                        <a:rPr lang="en-US" sz="1800">
                          <a:solidFill>
                            <a:srgbClr val="142D3A"/>
                          </a:solidFill>
                          <a:latin typeface="Noto Sans JP"/>
                          <a:ea typeface="Noto Sans JP"/>
                          <a:cs typeface="Noto Sans JP"/>
                          <a:sym typeface="Noto Sans JP"/>
                        </a:rPr>
                        <a:t>切り替えと保存・再送</a:t>
                      </a:r>
                      <a:endParaRPr sz="1800">
                        <a:solidFill>
                          <a:srgbClr val="142D3A"/>
                        </a:solidFill>
                        <a:latin typeface="Noto Sans JP"/>
                        <a:ea typeface="Noto Sans JP"/>
                        <a:cs typeface="Noto Sans JP"/>
                        <a:sym typeface="Noto Sans JP"/>
                      </a:endParaRPr>
                    </a:p>
                    <a:p>
                      <a:pPr indent="0" lvl="0" marL="0" marR="0" rtl="0" algn="l">
                        <a:spcBef>
                          <a:spcPts val="0"/>
                        </a:spcBef>
                        <a:spcAft>
                          <a:spcPts val="0"/>
                        </a:spcAft>
                        <a:buClr>
                          <a:srgbClr val="24364B"/>
                        </a:buClr>
                        <a:buSzPts val="1875"/>
                        <a:buFont typeface="Arial"/>
                        <a:buNone/>
                      </a:pPr>
                      <a:r>
                        <a:rPr lang="en-US" sz="1800">
                          <a:solidFill>
                            <a:srgbClr val="142D3A"/>
                          </a:solidFill>
                          <a:latin typeface="Noto Sans JP"/>
                          <a:ea typeface="Noto Sans JP"/>
                          <a:cs typeface="Noto Sans JP"/>
                          <a:sym typeface="Noto Sans JP"/>
                        </a:rPr>
                        <a:t>重複排除の</a:t>
                      </a:r>
                      <a:endParaRPr sz="1800">
                        <a:solidFill>
                          <a:srgbClr val="142D3A"/>
                        </a:solidFill>
                        <a:latin typeface="Noto Sans JP"/>
                        <a:ea typeface="Noto Sans JP"/>
                        <a:cs typeface="Noto Sans JP"/>
                        <a:sym typeface="Noto Sans JP"/>
                      </a:endParaRPr>
                    </a:p>
                    <a:p>
                      <a:pPr indent="0" lvl="0" marL="0" marR="0" rtl="0" algn="l">
                        <a:spcBef>
                          <a:spcPts val="0"/>
                        </a:spcBef>
                        <a:spcAft>
                          <a:spcPts val="0"/>
                        </a:spcAft>
                        <a:buClr>
                          <a:srgbClr val="24364B"/>
                        </a:buClr>
                        <a:buSzPts val="1875"/>
                        <a:buFont typeface="Arial"/>
                        <a:buNone/>
                      </a:pPr>
                      <a:r>
                        <a:rPr lang="en-US" sz="1800">
                          <a:solidFill>
                            <a:srgbClr val="142D3A"/>
                          </a:solidFill>
                          <a:latin typeface="Noto Sans JP"/>
                          <a:ea typeface="Noto Sans JP"/>
                          <a:cs typeface="Noto Sans JP"/>
                          <a:sym typeface="Noto Sans JP"/>
                        </a:rPr>
                        <a:t>振る舞い・役割分担</a:t>
                      </a:r>
                      <a:endParaRPr sz="1800">
                        <a:solidFill>
                          <a:srgbClr val="142D3A"/>
                        </a:solidFill>
                        <a:latin typeface="Noto Sans JP"/>
                        <a:ea typeface="Noto Sans JP"/>
                        <a:cs typeface="Noto Sans JP"/>
                        <a:sym typeface="Noto Sans JP"/>
                      </a:endParaRPr>
                    </a:p>
                  </a:txBody>
                  <a:tcPr marT="45725" marB="45725" marR="91450" marL="91450" anchor="ctr">
                    <a:lnB cap="flat" cmpd="sng" w="9525">
                      <a:solidFill>
                        <a:srgbClr val="DCE5EC"/>
                      </a:solidFill>
                      <a:prstDash val="solid"/>
                      <a:round/>
                      <a:headEnd len="sm" w="sm" type="none"/>
                      <a:tailEnd len="sm" w="sm" type="none"/>
                    </a:lnB>
                    <a:solidFill>
                      <a:srgbClr val="F0F5F4"/>
                    </a:solidFill>
                  </a:tcPr>
                </a:tc>
                <a:tc>
                  <a:txBody>
                    <a:bodyPr/>
                    <a:lstStyle/>
                    <a:p>
                      <a:pPr indent="0" lvl="0" marL="0" marR="0" rtl="0" algn="l">
                        <a:spcBef>
                          <a:spcPts val="0"/>
                        </a:spcBef>
                        <a:spcAft>
                          <a:spcPts val="0"/>
                        </a:spcAft>
                        <a:buClr>
                          <a:srgbClr val="24364B"/>
                        </a:buClr>
                        <a:buSzPts val="1875"/>
                        <a:buFont typeface="Arial"/>
                        <a:buNone/>
                      </a:pPr>
                      <a:r>
                        <a:rPr lang="en-US" sz="1800">
                          <a:solidFill>
                            <a:srgbClr val="142D3A"/>
                          </a:solidFill>
                          <a:latin typeface="Noto Sans JP"/>
                          <a:ea typeface="Noto Sans JP"/>
                          <a:cs typeface="Noto Sans JP"/>
                          <a:sym typeface="Noto Sans JP"/>
                        </a:rPr>
                        <a:t>各処理の実装</a:t>
                      </a:r>
                      <a:endParaRPr sz="1800">
                        <a:solidFill>
                          <a:srgbClr val="142D3A"/>
                        </a:solidFill>
                        <a:latin typeface="Noto Sans JP"/>
                        <a:ea typeface="Noto Sans JP"/>
                        <a:cs typeface="Noto Sans JP"/>
                        <a:sym typeface="Noto Sans JP"/>
                      </a:endParaRPr>
                    </a:p>
                    <a:p>
                      <a:pPr indent="0" lvl="0" marL="0" marR="0" rtl="0" algn="l">
                        <a:spcBef>
                          <a:spcPts val="0"/>
                        </a:spcBef>
                        <a:spcAft>
                          <a:spcPts val="0"/>
                        </a:spcAft>
                        <a:buClr>
                          <a:srgbClr val="24364B"/>
                        </a:buClr>
                        <a:buSzPts val="1875"/>
                        <a:buFont typeface="Arial"/>
                        <a:buNone/>
                      </a:pPr>
                      <a:r>
                        <a:rPr lang="en-US" sz="1800">
                          <a:solidFill>
                            <a:srgbClr val="142D3A"/>
                          </a:solidFill>
                          <a:latin typeface="Noto Sans JP"/>
                          <a:ea typeface="Noto Sans JP"/>
                          <a:cs typeface="Noto Sans JP"/>
                          <a:sym typeface="Noto Sans JP"/>
                        </a:rPr>
                        <a:t>変更差分</a:t>
                      </a:r>
                      <a:endParaRPr sz="1800">
                        <a:solidFill>
                          <a:srgbClr val="142D3A"/>
                        </a:solidFill>
                        <a:latin typeface="Noto Sans JP"/>
                        <a:ea typeface="Noto Sans JP"/>
                        <a:cs typeface="Noto Sans JP"/>
                        <a:sym typeface="Noto Sans JP"/>
                      </a:endParaRPr>
                    </a:p>
                  </a:txBody>
                  <a:tcPr marT="45725" marB="45725" marR="91450" marL="91450" anchor="ctr">
                    <a:lnB cap="flat" cmpd="sng" w="9525">
                      <a:solidFill>
                        <a:srgbClr val="DCE5EC"/>
                      </a:solidFill>
                      <a:prstDash val="solid"/>
                      <a:round/>
                      <a:headEnd len="sm" w="sm" type="none"/>
                      <a:tailEnd len="sm" w="sm" type="none"/>
                    </a:lnB>
                    <a:solidFill>
                      <a:srgbClr val="F0F5F4"/>
                    </a:solidFill>
                  </a:tcPr>
                </a:tc>
                <a:tc>
                  <a:txBody>
                    <a:bodyPr/>
                    <a:lstStyle/>
                    <a:p>
                      <a:pPr indent="0" lvl="0" marL="0" marR="0" rtl="0" algn="l">
                        <a:spcBef>
                          <a:spcPts val="0"/>
                        </a:spcBef>
                        <a:spcAft>
                          <a:spcPts val="0"/>
                        </a:spcAft>
                        <a:buClr>
                          <a:srgbClr val="24364B"/>
                        </a:buClr>
                        <a:buSzPts val="1875"/>
                        <a:buFont typeface="Arial"/>
                        <a:buNone/>
                      </a:pPr>
                      <a:r>
                        <a:rPr lang="en-US" sz="1800">
                          <a:solidFill>
                            <a:srgbClr val="142D3A"/>
                          </a:solidFill>
                          <a:latin typeface="Noto Sans JP"/>
                          <a:ea typeface="Noto Sans JP"/>
                          <a:cs typeface="Noto Sans JP"/>
                          <a:sym typeface="Noto Sans JP"/>
                        </a:rPr>
                        <a:t>切り替え時間</a:t>
                      </a:r>
                      <a:endParaRPr sz="1800">
                        <a:solidFill>
                          <a:srgbClr val="142D3A"/>
                        </a:solidFill>
                        <a:latin typeface="Noto Sans JP"/>
                        <a:ea typeface="Noto Sans JP"/>
                        <a:cs typeface="Noto Sans JP"/>
                        <a:sym typeface="Noto Sans JP"/>
                      </a:endParaRPr>
                    </a:p>
                    <a:p>
                      <a:pPr indent="0" lvl="0" marL="0" marR="0" rtl="0" algn="l">
                        <a:spcBef>
                          <a:spcPts val="0"/>
                        </a:spcBef>
                        <a:spcAft>
                          <a:spcPts val="0"/>
                        </a:spcAft>
                        <a:buClr>
                          <a:srgbClr val="24364B"/>
                        </a:buClr>
                        <a:buSzPts val="1875"/>
                        <a:buFont typeface="Arial"/>
                        <a:buNone/>
                      </a:pPr>
                      <a:r>
                        <a:rPr lang="en-US" sz="1800">
                          <a:solidFill>
                            <a:srgbClr val="142D3A"/>
                          </a:solidFill>
                          <a:latin typeface="Noto Sans JP"/>
                          <a:ea typeface="Noto Sans JP"/>
                          <a:cs typeface="Noto Sans JP"/>
                          <a:sym typeface="Noto Sans JP"/>
                        </a:rPr>
                        <a:t>各端末の状態</a:t>
                      </a:r>
                      <a:endParaRPr sz="1800">
                        <a:solidFill>
                          <a:srgbClr val="142D3A"/>
                        </a:solidFill>
                        <a:latin typeface="Noto Sans JP"/>
                        <a:ea typeface="Noto Sans JP"/>
                        <a:cs typeface="Noto Sans JP"/>
                        <a:sym typeface="Noto Sans JP"/>
                      </a:endParaRPr>
                    </a:p>
                    <a:p>
                      <a:pPr indent="0" lvl="0" marL="0" marR="0" rtl="0" algn="l">
                        <a:spcBef>
                          <a:spcPts val="0"/>
                        </a:spcBef>
                        <a:spcAft>
                          <a:spcPts val="0"/>
                        </a:spcAft>
                        <a:buClr>
                          <a:srgbClr val="24364B"/>
                        </a:buClr>
                        <a:buSzPts val="1875"/>
                        <a:buFont typeface="Arial"/>
                        <a:buNone/>
                      </a:pPr>
                      <a:r>
                        <a:rPr lang="en-US" sz="1800">
                          <a:solidFill>
                            <a:srgbClr val="142D3A"/>
                          </a:solidFill>
                          <a:latin typeface="Noto Sans JP"/>
                          <a:ea typeface="Noto Sans JP"/>
                          <a:cs typeface="Noto Sans JP"/>
                          <a:sym typeface="Noto Sans JP"/>
                        </a:rPr>
                        <a:t>送受信データ</a:t>
                      </a:r>
                      <a:endParaRPr sz="1800">
                        <a:solidFill>
                          <a:srgbClr val="142D3A"/>
                        </a:solidFill>
                        <a:latin typeface="Noto Sans JP"/>
                        <a:ea typeface="Noto Sans JP"/>
                        <a:cs typeface="Noto Sans JP"/>
                        <a:sym typeface="Noto Sans JP"/>
                      </a:endParaRPr>
                    </a:p>
                  </a:txBody>
                  <a:tcPr marT="45725" marB="45725" marR="91450" marL="91450" anchor="ctr">
                    <a:lnR cap="flat" cmpd="sng" w="9525">
                      <a:solidFill>
                        <a:srgbClr val="DCE5EC"/>
                      </a:solidFill>
                      <a:prstDash val="solid"/>
                      <a:round/>
                      <a:headEnd len="sm" w="sm" type="none"/>
                      <a:tailEnd len="sm" w="sm" type="none"/>
                    </a:lnR>
                    <a:lnB cap="flat" cmpd="sng" w="9525">
                      <a:solidFill>
                        <a:srgbClr val="DCE5EC"/>
                      </a:solidFill>
                      <a:prstDash val="solid"/>
                      <a:round/>
                      <a:headEnd len="sm" w="sm" type="none"/>
                      <a:tailEnd len="sm" w="sm" type="none"/>
                    </a:lnB>
                    <a:solidFill>
                      <a:srgbClr val="F0F5F4"/>
                    </a:solidFill>
                  </a:tcPr>
                </a:tc>
              </a:tr>
            </a:tbl>
          </a:graphicData>
        </a:graphic>
      </p:graphicFrame>
      <p:sp>
        <p:nvSpPr>
          <p:cNvPr id="90" name="Google Shape;90;p12"/>
          <p:cNvSpPr/>
          <p:nvPr/>
        </p:nvSpPr>
        <p:spPr>
          <a:xfrm>
            <a:off x="685800" y="4635500"/>
            <a:ext cx="10820400" cy="698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500">
                <a:solidFill>
                  <a:srgbClr val="007F7A"/>
                </a:solidFill>
                <a:latin typeface="Noto Sans JP"/>
                <a:ea typeface="Noto Sans JP"/>
                <a:cs typeface="Noto Sans JP"/>
                <a:sym typeface="Noto Sans JP"/>
              </a:rPr>
              <a:t>AIが対応付けを整理し、人が根拠を確認する</a:t>
            </a:r>
            <a:endParaRPr b="1" sz="2500">
              <a:solidFill>
                <a:srgbClr val="007F7A"/>
              </a:solidFill>
              <a:latin typeface="Noto Sans JP"/>
              <a:ea typeface="Noto Sans JP"/>
              <a:cs typeface="Noto Sans JP"/>
              <a:sym typeface="Noto Sans JP"/>
            </a:endParaRPr>
          </a:p>
        </p:txBody>
      </p:sp>
      <p:sp>
        <p:nvSpPr>
          <p:cNvPr id="91" name="Google Shape;91;p12"/>
          <p:cNvSpPr/>
          <p:nvPr/>
        </p:nvSpPr>
        <p:spPr>
          <a:xfrm>
            <a:off x="685800" y="5588000"/>
            <a:ext cx="10820400" cy="571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900">
                <a:solidFill>
                  <a:srgbClr val="607780"/>
                </a:solidFill>
                <a:latin typeface="Noto Sans JP"/>
                <a:ea typeface="Noto Sans JP"/>
                <a:cs typeface="Noto Sans JP"/>
                <a:sym typeface="Noto Sans JP"/>
              </a:rPr>
              <a:t>状態や予定日も整理すると、進捗と残作業を把握できる</a:t>
            </a:r>
            <a:endParaRPr sz="1900">
              <a:solidFill>
                <a:srgbClr val="607780"/>
              </a:solidFill>
              <a:latin typeface="Noto Sans JP"/>
              <a:ea typeface="Noto Sans JP"/>
              <a:cs typeface="Noto Sans JP"/>
              <a:sym typeface="Noto Sans JP"/>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B36"/>
        </a:solidFill>
      </p:bgPr>
    </p:bg>
    <p:spTree>
      <p:nvGrpSpPr>
        <p:cNvPr id="96" name="Shape 96"/>
        <p:cNvGrpSpPr/>
        <p:nvPr/>
      </p:nvGrpSpPr>
      <p:grpSpPr>
        <a:xfrm>
          <a:off x="0" y="0"/>
          <a:ext cx="0" cy="0"/>
          <a:chOff x="0" y="0"/>
          <a:chExt cx="0" cy="0"/>
        </a:xfrm>
      </p:grpSpPr>
      <p:sp>
        <p:nvSpPr>
          <p:cNvPr id="97" name="Google Shape;97;p13"/>
          <p:cNvSpPr/>
          <p:nvPr/>
        </p:nvSpPr>
        <p:spPr>
          <a:xfrm>
            <a:off x="6324600" y="1879600"/>
            <a:ext cx="5334000" cy="3746400"/>
          </a:xfrm>
          <a:prstGeom prst="roundRect">
            <a:avLst>
              <a:gd fmla="val 16667" name="adj"/>
            </a:avLst>
          </a:prstGeom>
          <a:solidFill>
            <a:srgbClr val="1A484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8" name="Google Shape;98;p13"/>
          <p:cNvSpPr/>
          <p:nvPr/>
        </p:nvSpPr>
        <p:spPr>
          <a:xfrm>
            <a:off x="533400" y="1879600"/>
            <a:ext cx="5410200" cy="3746400"/>
          </a:xfrm>
          <a:prstGeom prst="roundRect">
            <a:avLst>
              <a:gd fmla="val 16667" name="adj"/>
            </a:avLst>
          </a:prstGeom>
          <a:solidFill>
            <a:srgbClr val="1B414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9" name="Google Shape;99;p13"/>
          <p:cNvSpPr/>
          <p:nvPr/>
        </p:nvSpPr>
        <p:spPr>
          <a:xfrm>
            <a:off x="533400" y="304800"/>
            <a:ext cx="11125200" cy="888900"/>
          </a:xfrm>
          <a:prstGeom prst="roundRect">
            <a:avLst>
              <a:gd fmla="val 16667" name="adj"/>
            </a:avLst>
          </a:prstGeom>
          <a:solidFill>
            <a:srgbClr val="17343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 name="Google Shape;100;p13"/>
          <p:cNvSpPr/>
          <p:nvPr/>
        </p:nvSpPr>
        <p:spPr>
          <a:xfrm>
            <a:off x="685800" y="444500"/>
            <a:ext cx="10820400" cy="888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000">
                <a:solidFill>
                  <a:srgbClr val="E9F1EF"/>
                </a:solidFill>
                <a:latin typeface="Noto Sans JP"/>
                <a:ea typeface="Noto Sans JP"/>
                <a:cs typeface="Noto Sans JP"/>
                <a:sym typeface="Noto Sans JP"/>
              </a:rPr>
              <a:t>TDDで改修を支え、マージ後も確かめる</a:t>
            </a:r>
            <a:endParaRPr b="1" sz="3000">
              <a:solidFill>
                <a:srgbClr val="E9F1EF"/>
              </a:solidFill>
              <a:latin typeface="Noto Sans JP"/>
              <a:ea typeface="Noto Sans JP"/>
              <a:cs typeface="Noto Sans JP"/>
              <a:sym typeface="Noto Sans JP"/>
            </a:endParaRPr>
          </a:p>
        </p:txBody>
      </p:sp>
      <p:sp>
        <p:nvSpPr>
          <p:cNvPr id="101" name="Google Shape;101;p13"/>
          <p:cNvSpPr/>
          <p:nvPr/>
        </p:nvSpPr>
        <p:spPr>
          <a:xfrm>
            <a:off x="11252200" y="6438900"/>
            <a:ext cx="482700" cy="254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100">
                <a:solidFill>
                  <a:srgbClr val="8EA9AF"/>
                </a:solidFill>
                <a:latin typeface="Noto Sans JP"/>
                <a:ea typeface="Noto Sans JP"/>
                <a:cs typeface="Noto Sans JP"/>
                <a:sym typeface="Noto Sans JP"/>
              </a:rPr>
              <a:t>06</a:t>
            </a:r>
            <a:endParaRPr sz="1100">
              <a:solidFill>
                <a:srgbClr val="8EA9AF"/>
              </a:solidFill>
              <a:latin typeface="Noto Sans JP"/>
              <a:ea typeface="Noto Sans JP"/>
              <a:cs typeface="Noto Sans JP"/>
              <a:sym typeface="Noto Sans JP"/>
            </a:endParaRPr>
          </a:p>
        </p:txBody>
      </p:sp>
      <p:sp>
        <p:nvSpPr>
          <p:cNvPr id="102" name="Google Shape;102;p13"/>
          <p:cNvSpPr/>
          <p:nvPr/>
        </p:nvSpPr>
        <p:spPr>
          <a:xfrm>
            <a:off x="685800" y="2095500"/>
            <a:ext cx="514350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100">
                <a:solidFill>
                  <a:srgbClr val="70D8C3"/>
                </a:solidFill>
                <a:latin typeface="Noto Sans JP"/>
                <a:ea typeface="Noto Sans JP"/>
                <a:cs typeface="Noto Sans JP"/>
                <a:sym typeface="Noto Sans JP"/>
              </a:rPr>
              <a:t>先にテストを書く</a:t>
            </a:r>
            <a:endParaRPr b="1" sz="3100">
              <a:solidFill>
                <a:srgbClr val="70D8C3"/>
              </a:solidFill>
              <a:latin typeface="Noto Sans JP"/>
              <a:ea typeface="Noto Sans JP"/>
              <a:cs typeface="Noto Sans JP"/>
              <a:sym typeface="Noto Sans JP"/>
            </a:endParaRPr>
          </a:p>
        </p:txBody>
      </p:sp>
      <p:sp>
        <p:nvSpPr>
          <p:cNvPr id="103" name="Google Shape;103;p13"/>
          <p:cNvSpPr/>
          <p:nvPr/>
        </p:nvSpPr>
        <p:spPr>
          <a:xfrm>
            <a:off x="685800" y="3111500"/>
            <a:ext cx="5143500" cy="2031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300">
                <a:solidFill>
                  <a:srgbClr val="E9F1EF"/>
                </a:solidFill>
                <a:latin typeface="Noto Sans JP"/>
                <a:ea typeface="Noto Sans JP"/>
                <a:cs typeface="Noto Sans JP"/>
                <a:sym typeface="Noto Sans JP"/>
              </a:rPr>
              <a:t>失敗を確認し、実装を作る。</a:t>
            </a:r>
            <a:endParaRPr sz="2300">
              <a:solidFill>
                <a:srgbClr val="E9F1EF"/>
              </a:solidFill>
              <a:latin typeface="Noto Sans JP"/>
              <a:ea typeface="Noto Sans JP"/>
              <a:cs typeface="Noto Sans JP"/>
              <a:sym typeface="Noto Sans JP"/>
            </a:endParaRPr>
          </a:p>
          <a:p>
            <a:pPr indent="0" lvl="0" marL="0" marR="0" rtl="0" algn="l">
              <a:spcBef>
                <a:spcPts val="0"/>
              </a:spcBef>
              <a:spcAft>
                <a:spcPts val="0"/>
              </a:spcAft>
              <a:buNone/>
            </a:pPr>
            <a:r>
              <a:rPr lang="en-US" sz="2300">
                <a:solidFill>
                  <a:srgbClr val="E9F1EF"/>
                </a:solidFill>
                <a:latin typeface="Noto Sans JP"/>
                <a:ea typeface="Noto Sans JP"/>
                <a:cs typeface="Noto Sans JP"/>
                <a:sym typeface="Noto Sans JP"/>
              </a:rPr>
              <a:t>通る状態を保ちながら、</a:t>
            </a:r>
            <a:endParaRPr sz="2300">
              <a:solidFill>
                <a:srgbClr val="E9F1EF"/>
              </a:solidFill>
              <a:latin typeface="Noto Sans JP"/>
              <a:ea typeface="Noto Sans JP"/>
              <a:cs typeface="Noto Sans JP"/>
              <a:sym typeface="Noto Sans JP"/>
            </a:endParaRPr>
          </a:p>
          <a:p>
            <a:pPr indent="0" lvl="0" marL="0" marR="0" rtl="0" algn="l">
              <a:spcBef>
                <a:spcPts val="0"/>
              </a:spcBef>
              <a:spcAft>
                <a:spcPts val="0"/>
              </a:spcAft>
              <a:buNone/>
            </a:pPr>
            <a:r>
              <a:rPr lang="en-US" sz="2300">
                <a:solidFill>
                  <a:srgbClr val="E9F1EF"/>
                </a:solidFill>
                <a:latin typeface="Noto Sans JP"/>
                <a:ea typeface="Noto Sans JP"/>
                <a:cs typeface="Noto Sans JP"/>
                <a:sym typeface="Noto Sans JP"/>
              </a:rPr>
              <a:t>内部構造を整える。</a:t>
            </a:r>
            <a:endParaRPr sz="2300">
              <a:solidFill>
                <a:srgbClr val="E9F1EF"/>
              </a:solidFill>
              <a:latin typeface="Noto Sans JP"/>
              <a:ea typeface="Noto Sans JP"/>
              <a:cs typeface="Noto Sans JP"/>
              <a:sym typeface="Noto Sans JP"/>
            </a:endParaRPr>
          </a:p>
        </p:txBody>
      </p:sp>
      <p:sp>
        <p:nvSpPr>
          <p:cNvPr id="104" name="Google Shape;104;p13"/>
          <p:cNvSpPr/>
          <p:nvPr/>
        </p:nvSpPr>
        <p:spPr>
          <a:xfrm>
            <a:off x="6477000" y="2095500"/>
            <a:ext cx="507990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100">
                <a:solidFill>
                  <a:srgbClr val="70D8C3"/>
                </a:solidFill>
                <a:latin typeface="Noto Sans JP"/>
                <a:ea typeface="Noto Sans JP"/>
                <a:cs typeface="Noto Sans JP"/>
                <a:sym typeface="Noto Sans JP"/>
              </a:rPr>
              <a:t>マージ後も実行する</a:t>
            </a:r>
            <a:endParaRPr b="1" sz="3100">
              <a:solidFill>
                <a:srgbClr val="70D8C3"/>
              </a:solidFill>
              <a:latin typeface="Noto Sans JP"/>
              <a:ea typeface="Noto Sans JP"/>
              <a:cs typeface="Noto Sans JP"/>
              <a:sym typeface="Noto Sans JP"/>
            </a:endParaRPr>
          </a:p>
        </p:txBody>
      </p:sp>
      <p:sp>
        <p:nvSpPr>
          <p:cNvPr id="105" name="Google Shape;105;p13"/>
          <p:cNvSpPr/>
          <p:nvPr/>
        </p:nvSpPr>
        <p:spPr>
          <a:xfrm>
            <a:off x="6477000" y="3111500"/>
            <a:ext cx="5079900" cy="228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300">
                <a:solidFill>
                  <a:srgbClr val="E9F1EF"/>
                </a:solidFill>
                <a:latin typeface="Noto Sans JP"/>
                <a:ea typeface="Noto Sans JP"/>
                <a:cs typeface="Noto Sans JP"/>
                <a:sym typeface="Noto Sans JP"/>
              </a:rPr>
              <a:t>AIによるマージ後も単体テスト。</a:t>
            </a:r>
            <a:endParaRPr sz="2300">
              <a:solidFill>
                <a:srgbClr val="E9F1EF"/>
              </a:solidFill>
              <a:latin typeface="Noto Sans JP"/>
              <a:ea typeface="Noto Sans JP"/>
              <a:cs typeface="Noto Sans JP"/>
              <a:sym typeface="Noto Sans JP"/>
            </a:endParaRPr>
          </a:p>
          <a:p>
            <a:pPr indent="0" lvl="0" marL="0" marR="0" rtl="0" algn="l">
              <a:spcBef>
                <a:spcPts val="0"/>
              </a:spcBef>
              <a:spcAft>
                <a:spcPts val="0"/>
              </a:spcAft>
              <a:buNone/>
            </a:pPr>
            <a:r>
              <a:rPr lang="en-US" sz="2300">
                <a:solidFill>
                  <a:srgbClr val="E9F1EF"/>
                </a:solidFill>
                <a:latin typeface="Noto Sans JP"/>
                <a:ea typeface="Noto Sans JP"/>
                <a:cs typeface="Noto Sans JP"/>
                <a:sym typeface="Noto Sans JP"/>
              </a:rPr>
              <a:t>失われた処理や振る舞いの変化を、</a:t>
            </a:r>
            <a:endParaRPr sz="2300">
              <a:solidFill>
                <a:srgbClr val="E9F1EF"/>
              </a:solidFill>
              <a:latin typeface="Noto Sans JP"/>
              <a:ea typeface="Noto Sans JP"/>
              <a:cs typeface="Noto Sans JP"/>
              <a:sym typeface="Noto Sans JP"/>
            </a:endParaRPr>
          </a:p>
          <a:p>
            <a:pPr indent="0" lvl="0" marL="0" marR="0" rtl="0" algn="l">
              <a:spcBef>
                <a:spcPts val="0"/>
              </a:spcBef>
              <a:spcAft>
                <a:spcPts val="0"/>
              </a:spcAft>
              <a:buNone/>
            </a:pPr>
            <a:r>
              <a:rPr lang="en-US" sz="2300">
                <a:solidFill>
                  <a:srgbClr val="E9F1EF"/>
                </a:solidFill>
                <a:latin typeface="Noto Sans JP"/>
                <a:ea typeface="Noto Sans JP"/>
                <a:cs typeface="Noto Sans JP"/>
                <a:sym typeface="Noto Sans JP"/>
              </a:rPr>
              <a:t>テストで確認する範囲で検出する。</a:t>
            </a:r>
            <a:endParaRPr sz="2300">
              <a:solidFill>
                <a:srgbClr val="E9F1EF"/>
              </a:solidFill>
              <a:latin typeface="Noto Sans JP"/>
              <a:ea typeface="Noto Sans JP"/>
              <a:cs typeface="Noto Sans JP"/>
              <a:sym typeface="Noto Sans JP"/>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0" name="Shape 110"/>
        <p:cNvGrpSpPr/>
        <p:nvPr/>
      </p:nvGrpSpPr>
      <p:grpSpPr>
        <a:xfrm>
          <a:off x="0" y="0"/>
          <a:ext cx="0" cy="0"/>
          <a:chOff x="0" y="0"/>
          <a:chExt cx="0" cy="0"/>
        </a:xfrm>
      </p:grpSpPr>
      <p:sp>
        <p:nvSpPr>
          <p:cNvPr id="111" name="Google Shape;111;p14"/>
          <p:cNvSpPr/>
          <p:nvPr/>
        </p:nvSpPr>
        <p:spPr>
          <a:xfrm>
            <a:off x="533400" y="5613400"/>
            <a:ext cx="11125200" cy="774600"/>
          </a:xfrm>
          <a:prstGeom prst="roundRect">
            <a:avLst>
              <a:gd fmla="val 16667" name="adj"/>
            </a:avLst>
          </a:prstGeom>
          <a:solidFill>
            <a:srgbClr val="E7F4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2" name="Google Shape;112;p14"/>
          <p:cNvSpPr/>
          <p:nvPr/>
        </p:nvSpPr>
        <p:spPr>
          <a:xfrm>
            <a:off x="533400" y="304800"/>
            <a:ext cx="11125200" cy="888900"/>
          </a:xfrm>
          <a:prstGeom prst="roundRect">
            <a:avLst>
              <a:gd fmla="val 16667" name="adj"/>
            </a:avLst>
          </a:prstGeom>
          <a:solidFill>
            <a:srgbClr val="F0F4F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 name="Google Shape;113;p14"/>
          <p:cNvSpPr/>
          <p:nvPr/>
        </p:nvSpPr>
        <p:spPr>
          <a:xfrm>
            <a:off x="685800" y="444500"/>
            <a:ext cx="10820400" cy="888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000">
                <a:solidFill>
                  <a:srgbClr val="142D3A"/>
                </a:solidFill>
                <a:latin typeface="Noto Sans JP"/>
                <a:ea typeface="Noto Sans JP"/>
                <a:cs typeface="Noto Sans JP"/>
                <a:sym typeface="Noto Sans JP"/>
              </a:rPr>
              <a:t>TDDとレビューをハーネスにする</a:t>
            </a:r>
            <a:endParaRPr b="1" sz="3000">
              <a:solidFill>
                <a:srgbClr val="142D3A"/>
              </a:solidFill>
              <a:latin typeface="Noto Sans JP"/>
              <a:ea typeface="Noto Sans JP"/>
              <a:cs typeface="Noto Sans JP"/>
              <a:sym typeface="Noto Sans JP"/>
            </a:endParaRPr>
          </a:p>
        </p:txBody>
      </p:sp>
      <p:sp>
        <p:nvSpPr>
          <p:cNvPr id="114" name="Google Shape;114;p14"/>
          <p:cNvSpPr/>
          <p:nvPr/>
        </p:nvSpPr>
        <p:spPr>
          <a:xfrm>
            <a:off x="11252200" y="6438900"/>
            <a:ext cx="482700" cy="254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100">
                <a:solidFill>
                  <a:srgbClr val="607780"/>
                </a:solidFill>
                <a:latin typeface="Noto Sans JP"/>
                <a:ea typeface="Noto Sans JP"/>
                <a:cs typeface="Noto Sans JP"/>
                <a:sym typeface="Noto Sans JP"/>
              </a:rPr>
              <a:t>07</a:t>
            </a:r>
            <a:endParaRPr sz="1100">
              <a:solidFill>
                <a:srgbClr val="607780"/>
              </a:solidFill>
              <a:latin typeface="Noto Sans JP"/>
              <a:ea typeface="Noto Sans JP"/>
              <a:cs typeface="Noto Sans JP"/>
              <a:sym typeface="Noto Sans JP"/>
            </a:endParaRPr>
          </a:p>
        </p:txBody>
      </p:sp>
      <p:pic>
        <p:nvPicPr>
          <p:cNvPr id="115" name="Google Shape;115;p14"/>
          <p:cNvPicPr preferRelativeResize="0"/>
          <p:nvPr/>
        </p:nvPicPr>
        <p:blipFill>
          <a:blip r:embed="rId3">
            <a:alphaModFix/>
          </a:blip>
          <a:stretch>
            <a:fillRect/>
          </a:stretch>
        </p:blipFill>
        <p:spPr>
          <a:xfrm>
            <a:off x="705889" y="1778000"/>
            <a:ext cx="10780221" cy="3187700"/>
          </a:xfrm>
          <a:prstGeom prst="rect">
            <a:avLst/>
          </a:prstGeom>
          <a:noFill/>
          <a:ln>
            <a:noFill/>
          </a:ln>
        </p:spPr>
      </p:pic>
      <p:sp>
        <p:nvSpPr>
          <p:cNvPr id="116" name="Google Shape;116;p14"/>
          <p:cNvSpPr/>
          <p:nvPr/>
        </p:nvSpPr>
        <p:spPr>
          <a:xfrm>
            <a:off x="685800" y="5778500"/>
            <a:ext cx="10820400" cy="571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200">
                <a:solidFill>
                  <a:srgbClr val="007F7A"/>
                </a:solidFill>
                <a:latin typeface="Noto Sans JP"/>
                <a:ea typeface="Noto Sans JP"/>
                <a:cs typeface="Noto Sans JP"/>
                <a:sym typeface="Noto Sans JP"/>
              </a:rPr>
              <a:t>状態遷移の期待値と実装のずれを、早期に見つける</a:t>
            </a:r>
            <a:endParaRPr b="1" sz="2200">
              <a:solidFill>
                <a:srgbClr val="007F7A"/>
              </a:solidFill>
              <a:latin typeface="Noto Sans JP"/>
              <a:ea typeface="Noto Sans JP"/>
              <a:cs typeface="Noto Sans JP"/>
              <a:sym typeface="Noto Sans JP"/>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 name="Shape 121"/>
        <p:cNvGrpSpPr/>
        <p:nvPr/>
      </p:nvGrpSpPr>
      <p:grpSpPr>
        <a:xfrm>
          <a:off x="0" y="0"/>
          <a:ext cx="0" cy="0"/>
          <a:chOff x="0" y="0"/>
          <a:chExt cx="0" cy="0"/>
        </a:xfrm>
      </p:grpSpPr>
      <p:sp>
        <p:nvSpPr>
          <p:cNvPr id="122" name="Google Shape;122;p15"/>
          <p:cNvSpPr/>
          <p:nvPr/>
        </p:nvSpPr>
        <p:spPr>
          <a:xfrm>
            <a:off x="533400" y="5435600"/>
            <a:ext cx="11125200" cy="863700"/>
          </a:xfrm>
          <a:prstGeom prst="roundRect">
            <a:avLst>
              <a:gd fmla="val 16667" name="adj"/>
            </a:avLst>
          </a:prstGeom>
          <a:solidFill>
            <a:srgbClr val="E7F4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3" name="Google Shape;123;p15"/>
          <p:cNvSpPr/>
          <p:nvPr/>
        </p:nvSpPr>
        <p:spPr>
          <a:xfrm>
            <a:off x="533400" y="304800"/>
            <a:ext cx="11125200" cy="888900"/>
          </a:xfrm>
          <a:prstGeom prst="roundRect">
            <a:avLst>
              <a:gd fmla="val 16667" name="adj"/>
            </a:avLst>
          </a:prstGeom>
          <a:solidFill>
            <a:srgbClr val="F0F4F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4" name="Google Shape;124;p15"/>
          <p:cNvSpPr/>
          <p:nvPr/>
        </p:nvSpPr>
        <p:spPr>
          <a:xfrm>
            <a:off x="685800" y="444500"/>
            <a:ext cx="10820400" cy="888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000">
                <a:solidFill>
                  <a:srgbClr val="142D3A"/>
                </a:solidFill>
                <a:latin typeface="Noto Sans JP"/>
                <a:ea typeface="Noto Sans JP"/>
                <a:cs typeface="Noto Sans JP"/>
                <a:sym typeface="Noto Sans JP"/>
              </a:rPr>
              <a:t>手順と結果を残し、同じ条件で比較する</a:t>
            </a:r>
            <a:endParaRPr b="1" sz="3000">
              <a:solidFill>
                <a:srgbClr val="142D3A"/>
              </a:solidFill>
              <a:latin typeface="Noto Sans JP"/>
              <a:ea typeface="Noto Sans JP"/>
              <a:cs typeface="Noto Sans JP"/>
              <a:sym typeface="Noto Sans JP"/>
            </a:endParaRPr>
          </a:p>
        </p:txBody>
      </p:sp>
      <p:sp>
        <p:nvSpPr>
          <p:cNvPr id="125" name="Google Shape;125;p15"/>
          <p:cNvSpPr/>
          <p:nvPr/>
        </p:nvSpPr>
        <p:spPr>
          <a:xfrm>
            <a:off x="11252200" y="6438900"/>
            <a:ext cx="482700" cy="254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100">
                <a:solidFill>
                  <a:srgbClr val="607780"/>
                </a:solidFill>
                <a:latin typeface="Noto Sans JP"/>
                <a:ea typeface="Noto Sans JP"/>
                <a:cs typeface="Noto Sans JP"/>
                <a:sym typeface="Noto Sans JP"/>
              </a:rPr>
              <a:t>08</a:t>
            </a:r>
            <a:endParaRPr sz="1100">
              <a:solidFill>
                <a:srgbClr val="607780"/>
              </a:solidFill>
              <a:latin typeface="Noto Sans JP"/>
              <a:ea typeface="Noto Sans JP"/>
              <a:cs typeface="Noto Sans JP"/>
              <a:sym typeface="Noto Sans JP"/>
            </a:endParaRPr>
          </a:p>
        </p:txBody>
      </p:sp>
      <p:graphicFrame>
        <p:nvGraphicFramePr>
          <p:cNvPr id="126" name="Google Shape;126;p15"/>
          <p:cNvGraphicFramePr/>
          <p:nvPr/>
        </p:nvGraphicFramePr>
        <p:xfrm>
          <a:off x="609600" y="1428750"/>
          <a:ext cx="3000000" cy="3000000"/>
        </p:xfrm>
        <a:graphic>
          <a:graphicData uri="http://schemas.openxmlformats.org/drawingml/2006/table">
            <a:tbl>
              <a:tblPr>
                <a:noFill/>
                <a:tableStyleId>{E848F81C-8E0D-4013-9DEF-1C0A553C38EA}</a:tableStyleId>
              </a:tblPr>
              <a:tblGrid>
                <a:gridCol w="2333625"/>
                <a:gridCol w="8639175"/>
              </a:tblGrid>
              <a:tr h="833450">
                <a:tc>
                  <a:txBody>
                    <a:bodyPr/>
                    <a:lstStyle/>
                    <a:p>
                      <a:pPr indent="0" lvl="0" marL="0" marR="0" rtl="0" algn="l">
                        <a:spcBef>
                          <a:spcPts val="0"/>
                        </a:spcBef>
                        <a:spcAft>
                          <a:spcPts val="0"/>
                        </a:spcAft>
                        <a:buClr>
                          <a:srgbClr val="FFFFFF"/>
                        </a:buClr>
                        <a:buSzPts val="1875"/>
                        <a:buFont typeface="Arial"/>
                        <a:buNone/>
                      </a:pPr>
                      <a:r>
                        <a:rPr b="1" lang="en-US" sz="1800">
                          <a:solidFill>
                            <a:srgbClr val="FFFFFF"/>
                          </a:solidFill>
                          <a:latin typeface="Noto Sans JP"/>
                          <a:ea typeface="Noto Sans JP"/>
                          <a:cs typeface="Noto Sans JP"/>
                          <a:sym typeface="Noto Sans JP"/>
                        </a:rPr>
                        <a:t>残すもの</a:t>
                      </a:r>
                      <a:endParaRPr b="1" sz="1800">
                        <a:solidFill>
                          <a:srgbClr val="FFFFFF"/>
                        </a:solidFill>
                        <a:latin typeface="Noto Sans JP"/>
                        <a:ea typeface="Noto Sans JP"/>
                        <a:cs typeface="Noto Sans JP"/>
                        <a:sym typeface="Noto Sans JP"/>
                      </a:endParaRPr>
                    </a:p>
                  </a:txBody>
                  <a:tcPr marT="45725" marB="45725" marR="91450" marL="91450" anchor="ctr">
                    <a:lnL cap="flat" cmpd="sng" w="9525">
                      <a:solidFill>
                        <a:srgbClr val="DCE5EC"/>
                      </a:solidFill>
                      <a:prstDash val="solid"/>
                      <a:round/>
                      <a:headEnd len="sm" w="sm" type="none"/>
                      <a:tailEnd len="sm" w="sm" type="none"/>
                    </a:lnL>
                    <a:lnT cap="flat" cmpd="sng" w="9525">
                      <a:solidFill>
                        <a:srgbClr val="DCE5EC"/>
                      </a:solidFill>
                      <a:prstDash val="solid"/>
                      <a:round/>
                      <a:headEnd len="sm" w="sm" type="none"/>
                      <a:tailEnd len="sm" w="sm" type="none"/>
                    </a:lnT>
                    <a:solidFill>
                      <a:srgbClr val="102B36"/>
                    </a:solidFill>
                  </a:tcPr>
                </a:tc>
                <a:tc>
                  <a:txBody>
                    <a:bodyPr/>
                    <a:lstStyle/>
                    <a:p>
                      <a:pPr indent="0" lvl="0" marL="0" marR="0" rtl="0" algn="l">
                        <a:spcBef>
                          <a:spcPts val="0"/>
                        </a:spcBef>
                        <a:spcAft>
                          <a:spcPts val="0"/>
                        </a:spcAft>
                        <a:buClr>
                          <a:srgbClr val="FFFFFF"/>
                        </a:buClr>
                        <a:buSzPts val="1875"/>
                        <a:buFont typeface="Arial"/>
                        <a:buNone/>
                      </a:pPr>
                      <a:r>
                        <a:rPr b="1" lang="en-US" sz="1800">
                          <a:solidFill>
                            <a:srgbClr val="FFFFFF"/>
                          </a:solidFill>
                          <a:latin typeface="Noto Sans JP"/>
                          <a:ea typeface="Noto Sans JP"/>
                          <a:cs typeface="Noto Sans JP"/>
                          <a:sym typeface="Noto Sans JP"/>
                        </a:rPr>
                        <a:t>回線切り替えテストの例</a:t>
                      </a:r>
                      <a:endParaRPr b="1" sz="1800">
                        <a:solidFill>
                          <a:srgbClr val="FFFFFF"/>
                        </a:solidFill>
                        <a:latin typeface="Noto Sans JP"/>
                        <a:ea typeface="Noto Sans JP"/>
                        <a:cs typeface="Noto Sans JP"/>
                        <a:sym typeface="Noto Sans JP"/>
                      </a:endParaRPr>
                    </a:p>
                  </a:txBody>
                  <a:tcPr marT="45725" marB="45725" marR="91450" marL="91450" anchor="ctr">
                    <a:lnR cap="flat" cmpd="sng" w="9525">
                      <a:solidFill>
                        <a:srgbClr val="DCE5EC"/>
                      </a:solidFill>
                      <a:prstDash val="solid"/>
                      <a:round/>
                      <a:headEnd len="sm" w="sm" type="none"/>
                      <a:tailEnd len="sm" w="sm" type="none"/>
                    </a:lnR>
                    <a:lnT cap="flat" cmpd="sng" w="9525">
                      <a:solidFill>
                        <a:srgbClr val="DCE5EC"/>
                      </a:solidFill>
                      <a:prstDash val="solid"/>
                      <a:round/>
                      <a:headEnd len="sm" w="sm" type="none"/>
                      <a:tailEnd len="sm" w="sm" type="none"/>
                    </a:lnT>
                    <a:solidFill>
                      <a:srgbClr val="102B36"/>
                    </a:solidFill>
                  </a:tcPr>
                </a:tc>
              </a:tr>
              <a:tr h="833450">
                <a:tc>
                  <a:txBody>
                    <a:bodyPr/>
                    <a:lstStyle/>
                    <a:p>
                      <a:pPr indent="0" lvl="0" marL="0" marR="0" rtl="0" algn="l">
                        <a:spcBef>
                          <a:spcPts val="0"/>
                        </a:spcBef>
                        <a:spcAft>
                          <a:spcPts val="0"/>
                        </a:spcAft>
                        <a:buClr>
                          <a:srgbClr val="24364B"/>
                        </a:buClr>
                        <a:buSzPts val="1875"/>
                        <a:buFont typeface="Arial"/>
                        <a:buNone/>
                      </a:pPr>
                      <a:r>
                        <a:rPr lang="en-US" sz="1800">
                          <a:solidFill>
                            <a:srgbClr val="142D3A"/>
                          </a:solidFill>
                          <a:latin typeface="Noto Sans JP"/>
                          <a:ea typeface="Noto Sans JP"/>
                          <a:cs typeface="Noto Sans JP"/>
                          <a:sym typeface="Noto Sans JP"/>
                        </a:rPr>
                        <a:t>条件・手順</a:t>
                      </a:r>
                      <a:endParaRPr sz="1800">
                        <a:solidFill>
                          <a:srgbClr val="142D3A"/>
                        </a:solidFill>
                        <a:latin typeface="Noto Sans JP"/>
                        <a:ea typeface="Noto Sans JP"/>
                        <a:cs typeface="Noto Sans JP"/>
                        <a:sym typeface="Noto Sans JP"/>
                      </a:endParaRPr>
                    </a:p>
                  </a:txBody>
                  <a:tcPr marT="45725" marB="45725" marR="91450" marL="91450" anchor="ctr">
                    <a:lnL cap="flat" cmpd="sng" w="9525">
                      <a:solidFill>
                        <a:srgbClr val="DCE5EC"/>
                      </a:solidFill>
                      <a:prstDash val="solid"/>
                      <a:round/>
                      <a:headEnd len="sm" w="sm" type="none"/>
                      <a:tailEnd len="sm" w="sm" type="none"/>
                    </a:lnL>
                    <a:solidFill>
                      <a:srgbClr val="F0F5F4"/>
                    </a:solidFill>
                  </a:tcPr>
                </a:tc>
                <a:tc>
                  <a:txBody>
                    <a:bodyPr/>
                    <a:lstStyle/>
                    <a:p>
                      <a:pPr indent="0" lvl="0" marL="0" marR="0" rtl="0" algn="l">
                        <a:spcBef>
                          <a:spcPts val="0"/>
                        </a:spcBef>
                        <a:spcAft>
                          <a:spcPts val="0"/>
                        </a:spcAft>
                        <a:buClr>
                          <a:srgbClr val="24364B"/>
                        </a:buClr>
                        <a:buSzPts val="1875"/>
                        <a:buFont typeface="Arial"/>
                        <a:buNone/>
                      </a:pPr>
                      <a:r>
                        <a:rPr lang="en-US" sz="1800">
                          <a:solidFill>
                            <a:srgbClr val="142D3A"/>
                          </a:solidFill>
                          <a:latin typeface="Noto Sans JP"/>
                          <a:ea typeface="Noto Sans JP"/>
                          <a:cs typeface="Noto Sans JP"/>
                          <a:sym typeface="Noto Sans JP"/>
                        </a:rPr>
                        <a:t>副回線が使える状態でデータを送信し、主回線を切断</a:t>
                      </a:r>
                      <a:endParaRPr sz="1800">
                        <a:solidFill>
                          <a:srgbClr val="142D3A"/>
                        </a:solidFill>
                        <a:latin typeface="Noto Sans JP"/>
                        <a:ea typeface="Noto Sans JP"/>
                        <a:cs typeface="Noto Sans JP"/>
                        <a:sym typeface="Noto Sans JP"/>
                      </a:endParaRPr>
                    </a:p>
                  </a:txBody>
                  <a:tcPr marT="45725" marB="45725" marR="91450" marL="91450" anchor="ctr">
                    <a:lnR cap="flat" cmpd="sng" w="9525">
                      <a:solidFill>
                        <a:srgbClr val="DCE5EC"/>
                      </a:solidFill>
                      <a:prstDash val="solid"/>
                      <a:round/>
                      <a:headEnd len="sm" w="sm" type="none"/>
                      <a:tailEnd len="sm" w="sm" type="none"/>
                    </a:lnR>
                    <a:solidFill>
                      <a:srgbClr val="F0F5F4"/>
                    </a:solidFill>
                  </a:tcPr>
                </a:tc>
              </a:tr>
              <a:tr h="833450">
                <a:tc>
                  <a:txBody>
                    <a:bodyPr/>
                    <a:lstStyle/>
                    <a:p>
                      <a:pPr indent="0" lvl="0" marL="0" marR="0" rtl="0" algn="l">
                        <a:spcBef>
                          <a:spcPts val="0"/>
                        </a:spcBef>
                        <a:spcAft>
                          <a:spcPts val="0"/>
                        </a:spcAft>
                        <a:buClr>
                          <a:srgbClr val="24364B"/>
                        </a:buClr>
                        <a:buSzPts val="1875"/>
                        <a:buFont typeface="Arial"/>
                        <a:buNone/>
                      </a:pPr>
                      <a:r>
                        <a:rPr lang="en-US" sz="1800">
                          <a:solidFill>
                            <a:srgbClr val="142D3A"/>
                          </a:solidFill>
                          <a:latin typeface="Noto Sans JP"/>
                          <a:ea typeface="Noto Sans JP"/>
                          <a:cs typeface="Noto Sans JP"/>
                          <a:sym typeface="Noto Sans JP"/>
                        </a:rPr>
                        <a:t>期待結果</a:t>
                      </a:r>
                      <a:endParaRPr sz="1800">
                        <a:solidFill>
                          <a:srgbClr val="142D3A"/>
                        </a:solidFill>
                        <a:latin typeface="Noto Sans JP"/>
                        <a:ea typeface="Noto Sans JP"/>
                        <a:cs typeface="Noto Sans JP"/>
                        <a:sym typeface="Noto Sans JP"/>
                      </a:endParaRPr>
                    </a:p>
                  </a:txBody>
                  <a:tcPr marT="45725" marB="45725" marR="91450" marL="91450" anchor="ctr">
                    <a:lnL cap="flat" cmpd="sng" w="9525">
                      <a:solidFill>
                        <a:srgbClr val="DCE5EC"/>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24364B"/>
                        </a:buClr>
                        <a:buSzPts val="1875"/>
                        <a:buFont typeface="Arial"/>
                        <a:buNone/>
                      </a:pPr>
                      <a:r>
                        <a:rPr lang="en-US" sz="1800">
                          <a:solidFill>
                            <a:srgbClr val="142D3A"/>
                          </a:solidFill>
                          <a:latin typeface="Noto Sans JP"/>
                          <a:ea typeface="Noto Sans JP"/>
                          <a:cs typeface="Noto Sans JP"/>
                          <a:sym typeface="Noto Sans JP"/>
                        </a:rPr>
                        <a:t>規定時間内に切り替わり、欠損・重複がない</a:t>
                      </a:r>
                      <a:endParaRPr sz="1800">
                        <a:solidFill>
                          <a:srgbClr val="142D3A"/>
                        </a:solidFill>
                        <a:latin typeface="Noto Sans JP"/>
                        <a:ea typeface="Noto Sans JP"/>
                        <a:cs typeface="Noto Sans JP"/>
                        <a:sym typeface="Noto Sans JP"/>
                      </a:endParaRPr>
                    </a:p>
                  </a:txBody>
                  <a:tcPr marT="45725" marB="45725" marR="91450" marL="91450" anchor="ctr">
                    <a:lnR cap="flat" cmpd="sng" w="9525">
                      <a:solidFill>
                        <a:srgbClr val="DCE5EC"/>
                      </a:solidFill>
                      <a:prstDash val="solid"/>
                      <a:round/>
                      <a:headEnd len="sm" w="sm" type="none"/>
                      <a:tailEnd len="sm" w="sm" type="none"/>
                    </a:lnR>
                    <a:solidFill>
                      <a:srgbClr val="FFFFFF"/>
                    </a:solidFill>
                  </a:tcPr>
                </a:tc>
              </a:tr>
              <a:tr h="833450">
                <a:tc>
                  <a:txBody>
                    <a:bodyPr/>
                    <a:lstStyle/>
                    <a:p>
                      <a:pPr indent="0" lvl="0" marL="0" marR="0" rtl="0" algn="l">
                        <a:spcBef>
                          <a:spcPts val="0"/>
                        </a:spcBef>
                        <a:spcAft>
                          <a:spcPts val="0"/>
                        </a:spcAft>
                        <a:buClr>
                          <a:srgbClr val="24364B"/>
                        </a:buClr>
                        <a:buSzPts val="1875"/>
                        <a:buFont typeface="Arial"/>
                        <a:buNone/>
                      </a:pPr>
                      <a:r>
                        <a:rPr lang="en-US" sz="1800">
                          <a:solidFill>
                            <a:srgbClr val="142D3A"/>
                          </a:solidFill>
                          <a:latin typeface="Noto Sans JP"/>
                          <a:ea typeface="Noto Sans JP"/>
                          <a:cs typeface="Noto Sans JP"/>
                          <a:sym typeface="Noto Sans JP"/>
                        </a:rPr>
                        <a:t>実行記録</a:t>
                      </a:r>
                      <a:endParaRPr sz="1800">
                        <a:solidFill>
                          <a:srgbClr val="142D3A"/>
                        </a:solidFill>
                        <a:latin typeface="Noto Sans JP"/>
                        <a:ea typeface="Noto Sans JP"/>
                        <a:cs typeface="Noto Sans JP"/>
                        <a:sym typeface="Noto Sans JP"/>
                      </a:endParaRPr>
                    </a:p>
                  </a:txBody>
                  <a:tcPr marT="45725" marB="45725" marR="91450" marL="91450" anchor="ctr">
                    <a:lnL cap="flat" cmpd="sng" w="9525">
                      <a:solidFill>
                        <a:srgbClr val="DCE5EC"/>
                      </a:solidFill>
                      <a:prstDash val="solid"/>
                      <a:round/>
                      <a:headEnd len="sm" w="sm" type="none"/>
                      <a:tailEnd len="sm" w="sm" type="none"/>
                    </a:lnL>
                    <a:lnB cap="flat" cmpd="sng" w="9525">
                      <a:solidFill>
                        <a:srgbClr val="DCE5EC"/>
                      </a:solidFill>
                      <a:prstDash val="solid"/>
                      <a:round/>
                      <a:headEnd len="sm" w="sm" type="none"/>
                      <a:tailEnd len="sm" w="sm" type="none"/>
                    </a:lnB>
                    <a:solidFill>
                      <a:srgbClr val="F0F5F4"/>
                    </a:solidFill>
                  </a:tcPr>
                </a:tc>
                <a:tc>
                  <a:txBody>
                    <a:bodyPr/>
                    <a:lstStyle/>
                    <a:p>
                      <a:pPr indent="0" lvl="0" marL="0" marR="0" rtl="0" algn="l">
                        <a:spcBef>
                          <a:spcPts val="0"/>
                        </a:spcBef>
                        <a:spcAft>
                          <a:spcPts val="0"/>
                        </a:spcAft>
                        <a:buClr>
                          <a:srgbClr val="24364B"/>
                        </a:buClr>
                        <a:buSzPts val="1875"/>
                        <a:buFont typeface="Arial"/>
                        <a:buNone/>
                      </a:pPr>
                      <a:r>
                        <a:rPr lang="en-US" sz="1800">
                          <a:solidFill>
                            <a:srgbClr val="142D3A"/>
                          </a:solidFill>
                          <a:latin typeface="Noto Sans JP"/>
                          <a:ea typeface="Noto Sans JP"/>
                          <a:cs typeface="Noto Sans JP"/>
                          <a:sym typeface="Noto Sans JP"/>
                        </a:rPr>
                        <a:t>状態・設定・ソフトウェアの版・送受信データ・ログ</a:t>
                      </a:r>
                      <a:endParaRPr sz="1800">
                        <a:solidFill>
                          <a:srgbClr val="142D3A"/>
                        </a:solidFill>
                        <a:latin typeface="Noto Sans JP"/>
                        <a:ea typeface="Noto Sans JP"/>
                        <a:cs typeface="Noto Sans JP"/>
                        <a:sym typeface="Noto Sans JP"/>
                      </a:endParaRPr>
                    </a:p>
                  </a:txBody>
                  <a:tcPr marT="45725" marB="45725" marR="91450" marL="91450" anchor="ctr">
                    <a:lnR cap="flat" cmpd="sng" w="9525">
                      <a:solidFill>
                        <a:srgbClr val="DCE5EC"/>
                      </a:solidFill>
                      <a:prstDash val="solid"/>
                      <a:round/>
                      <a:headEnd len="sm" w="sm" type="none"/>
                      <a:tailEnd len="sm" w="sm" type="none"/>
                    </a:lnR>
                    <a:lnB cap="flat" cmpd="sng" w="9525">
                      <a:solidFill>
                        <a:srgbClr val="DCE5EC"/>
                      </a:solidFill>
                      <a:prstDash val="solid"/>
                      <a:round/>
                      <a:headEnd len="sm" w="sm" type="none"/>
                      <a:tailEnd len="sm" w="sm" type="none"/>
                    </a:lnB>
                    <a:solidFill>
                      <a:srgbClr val="F0F5F4"/>
                    </a:solidFill>
                  </a:tcPr>
                </a:tc>
              </a:tr>
            </a:tbl>
          </a:graphicData>
        </a:graphic>
      </p:graphicFrame>
      <p:sp>
        <p:nvSpPr>
          <p:cNvPr id="127" name="Google Shape;127;p15"/>
          <p:cNvSpPr/>
          <p:nvPr/>
        </p:nvSpPr>
        <p:spPr>
          <a:xfrm>
            <a:off x="685800" y="5588000"/>
            <a:ext cx="10820400" cy="698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200">
                <a:solidFill>
                  <a:srgbClr val="007F7A"/>
                </a:solidFill>
                <a:latin typeface="Noto Sans JP"/>
                <a:ea typeface="Noto Sans JP"/>
                <a:cs typeface="Noto Sans JP"/>
                <a:sym typeface="Noto Sans JP"/>
              </a:rPr>
              <a:t>フレームワークが手順を進め、結果を収集・記録する</a:t>
            </a:r>
            <a:endParaRPr b="1" sz="2200">
              <a:solidFill>
                <a:srgbClr val="007F7A"/>
              </a:solidFill>
              <a:latin typeface="Noto Sans JP"/>
              <a:ea typeface="Noto Sans JP"/>
              <a:cs typeface="Noto Sans JP"/>
              <a:sym typeface="Noto Sans JP"/>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2" name="Shape 132"/>
        <p:cNvGrpSpPr/>
        <p:nvPr/>
      </p:nvGrpSpPr>
      <p:grpSpPr>
        <a:xfrm>
          <a:off x="0" y="0"/>
          <a:ext cx="0" cy="0"/>
          <a:chOff x="0" y="0"/>
          <a:chExt cx="0" cy="0"/>
        </a:xfrm>
      </p:grpSpPr>
      <p:sp>
        <p:nvSpPr>
          <p:cNvPr id="133" name="Google Shape;133;p16"/>
          <p:cNvSpPr/>
          <p:nvPr/>
        </p:nvSpPr>
        <p:spPr>
          <a:xfrm>
            <a:off x="533400" y="5613400"/>
            <a:ext cx="11125200" cy="774600"/>
          </a:xfrm>
          <a:prstGeom prst="roundRect">
            <a:avLst>
              <a:gd fmla="val 16667" name="adj"/>
            </a:avLst>
          </a:prstGeom>
          <a:solidFill>
            <a:srgbClr val="E7F4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4" name="Google Shape;134;p16"/>
          <p:cNvSpPr/>
          <p:nvPr/>
        </p:nvSpPr>
        <p:spPr>
          <a:xfrm>
            <a:off x="533400" y="304800"/>
            <a:ext cx="11125200" cy="888900"/>
          </a:xfrm>
          <a:prstGeom prst="roundRect">
            <a:avLst>
              <a:gd fmla="val 16667" name="adj"/>
            </a:avLst>
          </a:prstGeom>
          <a:solidFill>
            <a:srgbClr val="F0F4F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16"/>
          <p:cNvSpPr/>
          <p:nvPr/>
        </p:nvSpPr>
        <p:spPr>
          <a:xfrm>
            <a:off x="685800" y="444500"/>
            <a:ext cx="10820400" cy="888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000">
                <a:solidFill>
                  <a:srgbClr val="142D3A"/>
                </a:solidFill>
                <a:latin typeface="Noto Sans JP"/>
                <a:ea typeface="Noto Sans JP"/>
                <a:cs typeface="Noto Sans JP"/>
                <a:sym typeface="Noto Sans JP"/>
              </a:rPr>
              <a:t>蓄積したテストを、改善のツールにする</a:t>
            </a:r>
            <a:endParaRPr b="1" sz="3000">
              <a:solidFill>
                <a:srgbClr val="142D3A"/>
              </a:solidFill>
              <a:latin typeface="Noto Sans JP"/>
              <a:ea typeface="Noto Sans JP"/>
              <a:cs typeface="Noto Sans JP"/>
              <a:sym typeface="Noto Sans JP"/>
            </a:endParaRPr>
          </a:p>
        </p:txBody>
      </p:sp>
      <p:sp>
        <p:nvSpPr>
          <p:cNvPr id="136" name="Google Shape;136;p16"/>
          <p:cNvSpPr/>
          <p:nvPr/>
        </p:nvSpPr>
        <p:spPr>
          <a:xfrm>
            <a:off x="11252200" y="6438900"/>
            <a:ext cx="482700" cy="254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100">
                <a:solidFill>
                  <a:srgbClr val="607780"/>
                </a:solidFill>
                <a:latin typeface="Noto Sans JP"/>
                <a:ea typeface="Noto Sans JP"/>
                <a:cs typeface="Noto Sans JP"/>
                <a:sym typeface="Noto Sans JP"/>
              </a:rPr>
              <a:t>09</a:t>
            </a:r>
            <a:endParaRPr sz="1100">
              <a:solidFill>
                <a:srgbClr val="607780"/>
              </a:solidFill>
              <a:latin typeface="Noto Sans JP"/>
              <a:ea typeface="Noto Sans JP"/>
              <a:cs typeface="Noto Sans JP"/>
              <a:sym typeface="Noto Sans JP"/>
            </a:endParaRPr>
          </a:p>
        </p:txBody>
      </p:sp>
      <p:pic>
        <p:nvPicPr>
          <p:cNvPr id="137" name="Google Shape;137;p16"/>
          <p:cNvPicPr preferRelativeResize="0"/>
          <p:nvPr/>
        </p:nvPicPr>
        <p:blipFill>
          <a:blip r:embed="rId3">
            <a:alphaModFix/>
          </a:blip>
          <a:stretch>
            <a:fillRect/>
          </a:stretch>
        </p:blipFill>
        <p:spPr>
          <a:xfrm>
            <a:off x="699029" y="2222500"/>
            <a:ext cx="10793940" cy="2755900"/>
          </a:xfrm>
          <a:prstGeom prst="rect">
            <a:avLst/>
          </a:prstGeom>
          <a:noFill/>
          <a:ln>
            <a:noFill/>
          </a:ln>
        </p:spPr>
      </p:pic>
      <p:sp>
        <p:nvSpPr>
          <p:cNvPr id="138" name="Google Shape;138;p16"/>
          <p:cNvSpPr/>
          <p:nvPr/>
        </p:nvSpPr>
        <p:spPr>
          <a:xfrm>
            <a:off x="685800" y="5778500"/>
            <a:ext cx="10820400" cy="635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200">
                <a:solidFill>
                  <a:srgbClr val="007F7A"/>
                </a:solidFill>
                <a:latin typeface="Noto Sans JP"/>
                <a:ea typeface="Noto Sans JP"/>
                <a:cs typeface="Noto Sans JP"/>
                <a:sym typeface="Noto Sans JP"/>
              </a:rPr>
              <a:t>改修を支え、修正を確かめ、改善対象を絞り込む</a:t>
            </a:r>
            <a:endParaRPr b="1" sz="2200">
              <a:solidFill>
                <a:srgbClr val="007F7A"/>
              </a:solidFill>
              <a:latin typeface="Noto Sans JP"/>
              <a:ea typeface="Noto Sans JP"/>
              <a:cs typeface="Noto Sans JP"/>
              <a:sym typeface="Noto Sans JP"/>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2B36"/>
        </a:solidFill>
      </p:bgPr>
    </p:bg>
    <p:spTree>
      <p:nvGrpSpPr>
        <p:cNvPr id="143" name="Shape 143"/>
        <p:cNvGrpSpPr/>
        <p:nvPr/>
      </p:nvGrpSpPr>
      <p:grpSpPr>
        <a:xfrm>
          <a:off x="0" y="0"/>
          <a:ext cx="0" cy="0"/>
          <a:chOff x="0" y="0"/>
          <a:chExt cx="0" cy="0"/>
        </a:xfrm>
      </p:grpSpPr>
      <p:sp>
        <p:nvSpPr>
          <p:cNvPr id="144" name="Google Shape;144;p17"/>
          <p:cNvSpPr/>
          <p:nvPr/>
        </p:nvSpPr>
        <p:spPr>
          <a:xfrm>
            <a:off x="533400" y="5740400"/>
            <a:ext cx="11125200" cy="685800"/>
          </a:xfrm>
          <a:prstGeom prst="roundRect">
            <a:avLst>
              <a:gd fmla="val 16667" name="adj"/>
            </a:avLst>
          </a:prstGeom>
          <a:solidFill>
            <a:srgbClr val="1A484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 name="Google Shape;145;p17"/>
          <p:cNvSpPr/>
          <p:nvPr/>
        </p:nvSpPr>
        <p:spPr>
          <a:xfrm>
            <a:off x="533400" y="4025900"/>
            <a:ext cx="11125200" cy="1587600"/>
          </a:xfrm>
          <a:prstGeom prst="roundRect">
            <a:avLst>
              <a:gd fmla="val 16667" name="adj"/>
            </a:avLst>
          </a:prstGeom>
          <a:solidFill>
            <a:srgbClr val="173A4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 name="Google Shape;146;p17"/>
          <p:cNvSpPr/>
          <p:nvPr/>
        </p:nvSpPr>
        <p:spPr>
          <a:xfrm>
            <a:off x="533400" y="1816100"/>
            <a:ext cx="11125200" cy="2006700"/>
          </a:xfrm>
          <a:prstGeom prst="roundRect">
            <a:avLst>
              <a:gd fmla="val 16667" name="adj"/>
            </a:avLst>
          </a:prstGeom>
          <a:solidFill>
            <a:srgbClr val="1C465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7" name="Google Shape;147;p17"/>
          <p:cNvSpPr/>
          <p:nvPr/>
        </p:nvSpPr>
        <p:spPr>
          <a:xfrm>
            <a:off x="533400" y="304800"/>
            <a:ext cx="11125200" cy="888900"/>
          </a:xfrm>
          <a:prstGeom prst="roundRect">
            <a:avLst>
              <a:gd fmla="val 16667" name="adj"/>
            </a:avLst>
          </a:prstGeom>
          <a:solidFill>
            <a:srgbClr val="17343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 name="Google Shape;148;p17"/>
          <p:cNvSpPr/>
          <p:nvPr/>
        </p:nvSpPr>
        <p:spPr>
          <a:xfrm>
            <a:off x="685800" y="444500"/>
            <a:ext cx="10820400" cy="888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600">
                <a:solidFill>
                  <a:srgbClr val="B9CED1"/>
                </a:solidFill>
                <a:latin typeface="Noto Sans JP"/>
                <a:ea typeface="Noto Sans JP"/>
                <a:cs typeface="Noto Sans JP"/>
                <a:sym typeface="Noto Sans JP"/>
              </a:rPr>
              <a:t>テストを使いながら、機能を作り込む</a:t>
            </a:r>
            <a:endParaRPr sz="2600">
              <a:solidFill>
                <a:srgbClr val="B9CED1"/>
              </a:solidFill>
              <a:latin typeface="Noto Sans JP"/>
              <a:ea typeface="Noto Sans JP"/>
              <a:cs typeface="Noto Sans JP"/>
              <a:sym typeface="Noto Sans JP"/>
            </a:endParaRPr>
          </a:p>
        </p:txBody>
      </p:sp>
      <p:sp>
        <p:nvSpPr>
          <p:cNvPr id="149" name="Google Shape;149;p17"/>
          <p:cNvSpPr/>
          <p:nvPr/>
        </p:nvSpPr>
        <p:spPr>
          <a:xfrm>
            <a:off x="11252200" y="6438900"/>
            <a:ext cx="482700" cy="254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100">
                <a:solidFill>
                  <a:srgbClr val="8EA9AF"/>
                </a:solidFill>
                <a:latin typeface="Noto Sans JP"/>
                <a:ea typeface="Noto Sans JP"/>
                <a:cs typeface="Noto Sans JP"/>
                <a:sym typeface="Noto Sans JP"/>
              </a:rPr>
              <a:t>10</a:t>
            </a:r>
            <a:endParaRPr sz="1100">
              <a:solidFill>
                <a:srgbClr val="8EA9AF"/>
              </a:solidFill>
              <a:latin typeface="Noto Sans JP"/>
              <a:ea typeface="Noto Sans JP"/>
              <a:cs typeface="Noto Sans JP"/>
              <a:sym typeface="Noto Sans JP"/>
            </a:endParaRPr>
          </a:p>
        </p:txBody>
      </p:sp>
      <p:sp>
        <p:nvSpPr>
          <p:cNvPr id="150" name="Google Shape;150;p17"/>
          <p:cNvSpPr/>
          <p:nvPr/>
        </p:nvSpPr>
        <p:spPr>
          <a:xfrm>
            <a:off x="685800" y="2006600"/>
            <a:ext cx="10820400" cy="1841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500">
                <a:solidFill>
                  <a:srgbClr val="FFFFFF"/>
                </a:solidFill>
                <a:latin typeface="Noto Sans JP"/>
                <a:ea typeface="Noto Sans JP"/>
                <a:cs typeface="Noto Sans JP"/>
                <a:sym typeface="Noto Sans JP"/>
              </a:rPr>
              <a:t>要件を具体化し、テストで確かめる。</a:t>
            </a:r>
            <a:endParaRPr b="1" sz="3500">
              <a:solidFill>
                <a:srgbClr val="FFFFFF"/>
              </a:solidFill>
              <a:latin typeface="Noto Sans JP"/>
              <a:ea typeface="Noto Sans JP"/>
              <a:cs typeface="Noto Sans JP"/>
              <a:sym typeface="Noto Sans JP"/>
            </a:endParaRPr>
          </a:p>
          <a:p>
            <a:pPr indent="0" lvl="0" marL="0" marR="0" rtl="0" algn="l">
              <a:spcBef>
                <a:spcPts val="0"/>
              </a:spcBef>
              <a:spcAft>
                <a:spcPts val="0"/>
              </a:spcAft>
              <a:buNone/>
            </a:pPr>
            <a:r>
              <a:rPr b="1" lang="en-US" sz="3500">
                <a:solidFill>
                  <a:srgbClr val="FFFFFF"/>
                </a:solidFill>
                <a:latin typeface="Noto Sans JP"/>
                <a:ea typeface="Noto Sans JP"/>
                <a:cs typeface="Noto Sans JP"/>
                <a:sym typeface="Noto Sans JP"/>
              </a:rPr>
              <a:t>結果を次の改修へ戻す。</a:t>
            </a:r>
            <a:endParaRPr b="1" sz="3500">
              <a:solidFill>
                <a:srgbClr val="FFFFFF"/>
              </a:solidFill>
              <a:latin typeface="Noto Sans JP"/>
              <a:ea typeface="Noto Sans JP"/>
              <a:cs typeface="Noto Sans JP"/>
              <a:sym typeface="Noto Sans JP"/>
            </a:endParaRPr>
          </a:p>
        </p:txBody>
      </p:sp>
      <p:sp>
        <p:nvSpPr>
          <p:cNvPr id="151" name="Google Shape;151;p17"/>
          <p:cNvSpPr/>
          <p:nvPr/>
        </p:nvSpPr>
        <p:spPr>
          <a:xfrm>
            <a:off x="711200" y="4191000"/>
            <a:ext cx="10794900" cy="1269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200">
                <a:solidFill>
                  <a:srgbClr val="B9CED1"/>
                </a:solidFill>
                <a:latin typeface="Noto Sans JP"/>
                <a:ea typeface="Noto Sans JP"/>
                <a:cs typeface="Noto Sans JP"/>
                <a:sym typeface="Noto Sans JP"/>
              </a:rPr>
              <a:t>トレーサビリティでつなぎ、TDDとレビューで支える。</a:t>
            </a:r>
            <a:endParaRPr sz="2200">
              <a:solidFill>
                <a:srgbClr val="B9CED1"/>
              </a:solidFill>
              <a:latin typeface="Noto Sans JP"/>
              <a:ea typeface="Noto Sans JP"/>
              <a:cs typeface="Noto Sans JP"/>
              <a:sym typeface="Noto Sans JP"/>
            </a:endParaRPr>
          </a:p>
          <a:p>
            <a:pPr indent="0" lvl="0" marL="0" marR="0" rtl="0" algn="l">
              <a:spcBef>
                <a:spcPts val="0"/>
              </a:spcBef>
              <a:spcAft>
                <a:spcPts val="0"/>
              </a:spcAft>
              <a:buNone/>
            </a:pPr>
            <a:r>
              <a:rPr lang="en-US" sz="2200">
                <a:solidFill>
                  <a:srgbClr val="B9CED1"/>
                </a:solidFill>
                <a:latin typeface="Noto Sans JP"/>
                <a:ea typeface="Noto Sans JP"/>
                <a:cs typeface="Noto Sans JP"/>
                <a:sym typeface="Noto Sans JP"/>
              </a:rPr>
              <a:t>蓄積したテストを、障害確認や性能計測にも使う。</a:t>
            </a:r>
            <a:endParaRPr sz="2200">
              <a:solidFill>
                <a:srgbClr val="B9CED1"/>
              </a:solidFill>
              <a:latin typeface="Noto Sans JP"/>
              <a:ea typeface="Noto Sans JP"/>
              <a:cs typeface="Noto Sans JP"/>
              <a:sym typeface="Noto Sans JP"/>
            </a:endParaRPr>
          </a:p>
        </p:txBody>
      </p:sp>
      <p:sp>
        <p:nvSpPr>
          <p:cNvPr id="152" name="Google Shape;152;p17"/>
          <p:cNvSpPr/>
          <p:nvPr/>
        </p:nvSpPr>
        <p:spPr>
          <a:xfrm>
            <a:off x="711200" y="5880100"/>
            <a:ext cx="10794900" cy="571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800">
                <a:solidFill>
                  <a:srgbClr val="70D8C3"/>
                </a:solidFill>
                <a:latin typeface="Noto Sans JP"/>
                <a:ea typeface="Noto Sans JP"/>
                <a:cs typeface="Noto Sans JP"/>
                <a:sym typeface="Noto Sans JP"/>
              </a:rPr>
              <a:t>今後は、現場に合わせた仕組みづくりの支援にも取り組みたい</a:t>
            </a:r>
            <a:endParaRPr sz="1800">
              <a:solidFill>
                <a:srgbClr val="70D8C3"/>
              </a:solidFill>
              <a:latin typeface="Noto Sans JP"/>
              <a:ea typeface="Noto Sans JP"/>
              <a:cs typeface="Noto Sans JP"/>
              <a:sym typeface="Noto Sans JP"/>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7" name="Shape 157"/>
        <p:cNvGrpSpPr/>
        <p:nvPr/>
      </p:nvGrpSpPr>
      <p:grpSpPr>
        <a:xfrm>
          <a:off x="0" y="0"/>
          <a:ext cx="0" cy="0"/>
          <a:chOff x="0" y="0"/>
          <a:chExt cx="0" cy="0"/>
        </a:xfrm>
      </p:grpSpPr>
      <p:sp>
        <p:nvSpPr>
          <p:cNvPr id="158" name="Google Shape;158;p18"/>
          <p:cNvSpPr/>
          <p:nvPr/>
        </p:nvSpPr>
        <p:spPr>
          <a:xfrm>
            <a:off x="533400" y="4953000"/>
            <a:ext cx="11125200" cy="1295400"/>
          </a:xfrm>
          <a:prstGeom prst="roundRect">
            <a:avLst>
              <a:gd fmla="val 16667" name="adj"/>
            </a:avLst>
          </a:prstGeom>
          <a:solidFill>
            <a:srgbClr val="F0F4F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p18"/>
          <p:cNvSpPr/>
          <p:nvPr/>
        </p:nvSpPr>
        <p:spPr>
          <a:xfrm>
            <a:off x="533400" y="3238500"/>
            <a:ext cx="11125200" cy="1295400"/>
          </a:xfrm>
          <a:prstGeom prst="roundRect">
            <a:avLst>
              <a:gd fmla="val 16667" name="adj"/>
            </a:avLst>
          </a:prstGeom>
          <a:solidFill>
            <a:srgbClr val="E7F4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0" name="Google Shape;160;p18"/>
          <p:cNvSpPr/>
          <p:nvPr/>
        </p:nvSpPr>
        <p:spPr>
          <a:xfrm>
            <a:off x="533400" y="1524000"/>
            <a:ext cx="11125200" cy="1295400"/>
          </a:xfrm>
          <a:prstGeom prst="roundRect">
            <a:avLst>
              <a:gd fmla="val 16667" name="adj"/>
            </a:avLst>
          </a:prstGeom>
          <a:solidFill>
            <a:srgbClr val="EDF2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1" name="Google Shape;161;p18"/>
          <p:cNvSpPr/>
          <p:nvPr/>
        </p:nvSpPr>
        <p:spPr>
          <a:xfrm>
            <a:off x="533400" y="304800"/>
            <a:ext cx="11125200" cy="888900"/>
          </a:xfrm>
          <a:prstGeom prst="roundRect">
            <a:avLst>
              <a:gd fmla="val 16667" name="adj"/>
            </a:avLst>
          </a:prstGeom>
          <a:solidFill>
            <a:srgbClr val="F0F4F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2" name="Google Shape;162;p18"/>
          <p:cNvSpPr/>
          <p:nvPr/>
        </p:nvSpPr>
        <p:spPr>
          <a:xfrm>
            <a:off x="685800" y="444500"/>
            <a:ext cx="10820400" cy="888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000">
                <a:solidFill>
                  <a:srgbClr val="142D3A"/>
                </a:solidFill>
                <a:latin typeface="Noto Sans JP"/>
                <a:ea typeface="Noto Sans JP"/>
                <a:cs typeface="Noto Sans JP"/>
                <a:sym typeface="Noto Sans JP"/>
              </a:rPr>
              <a:t>参考資料</a:t>
            </a:r>
            <a:endParaRPr b="1" sz="3000">
              <a:solidFill>
                <a:srgbClr val="142D3A"/>
              </a:solidFill>
              <a:latin typeface="Noto Sans JP"/>
              <a:ea typeface="Noto Sans JP"/>
              <a:cs typeface="Noto Sans JP"/>
              <a:sym typeface="Noto Sans JP"/>
            </a:endParaRPr>
          </a:p>
        </p:txBody>
      </p:sp>
      <p:sp>
        <p:nvSpPr>
          <p:cNvPr id="163" name="Google Shape;163;p18"/>
          <p:cNvSpPr/>
          <p:nvPr/>
        </p:nvSpPr>
        <p:spPr>
          <a:xfrm>
            <a:off x="11252200" y="6438900"/>
            <a:ext cx="482700" cy="254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100">
                <a:solidFill>
                  <a:srgbClr val="607780"/>
                </a:solidFill>
                <a:latin typeface="Noto Sans JP"/>
                <a:ea typeface="Noto Sans JP"/>
                <a:cs typeface="Noto Sans JP"/>
                <a:sym typeface="Noto Sans JP"/>
              </a:rPr>
              <a:t>11</a:t>
            </a:r>
            <a:endParaRPr sz="1100">
              <a:solidFill>
                <a:srgbClr val="607780"/>
              </a:solidFill>
              <a:latin typeface="Noto Sans JP"/>
              <a:ea typeface="Noto Sans JP"/>
              <a:cs typeface="Noto Sans JP"/>
              <a:sym typeface="Noto Sans JP"/>
            </a:endParaRPr>
          </a:p>
        </p:txBody>
      </p:sp>
      <p:sp>
        <p:nvSpPr>
          <p:cNvPr id="164" name="Google Shape;164;p18"/>
          <p:cNvSpPr/>
          <p:nvPr/>
        </p:nvSpPr>
        <p:spPr>
          <a:xfrm>
            <a:off x="685800" y="1714500"/>
            <a:ext cx="10820400" cy="571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300">
                <a:solidFill>
                  <a:srgbClr val="007F7A"/>
                </a:solidFill>
                <a:uFill>
                  <a:noFill/>
                </a:uFill>
                <a:latin typeface="Noto Sans JP"/>
                <a:ea typeface="Noto Sans JP"/>
                <a:cs typeface="Noto Sans JP"/>
                <a:sym typeface="Noto Sans JP"/>
                <a:hlinkClick r:id="rId3">
                  <a:extLst>
                    <a:ext uri="{A12FA001-AC4F-418D-AE19-62706E023703}">
                      <ahyp:hlinkClr val="tx"/>
                    </a:ext>
                  </a:extLst>
                </a:hlinkClick>
              </a:rPr>
              <a:t>IBM：ヒューマン・イン・ザ・ループとは</a:t>
            </a:r>
            <a:endParaRPr b="1" sz="2300">
              <a:solidFill>
                <a:srgbClr val="007F7A"/>
              </a:solidFill>
              <a:latin typeface="Noto Sans JP"/>
              <a:ea typeface="Noto Sans JP"/>
              <a:cs typeface="Noto Sans JP"/>
              <a:sym typeface="Noto Sans JP"/>
            </a:endParaRPr>
          </a:p>
        </p:txBody>
      </p:sp>
      <p:sp>
        <p:nvSpPr>
          <p:cNvPr id="165" name="Google Shape;165;p18"/>
          <p:cNvSpPr/>
          <p:nvPr/>
        </p:nvSpPr>
        <p:spPr>
          <a:xfrm>
            <a:off x="685800" y="2413000"/>
            <a:ext cx="10820400" cy="444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900">
                <a:solidFill>
                  <a:srgbClr val="607780"/>
                </a:solidFill>
                <a:latin typeface="Noto Sans JP"/>
                <a:ea typeface="Noto Sans JP"/>
                <a:cs typeface="Noto Sans JP"/>
                <a:sym typeface="Noto Sans JP"/>
              </a:rPr>
              <a:t>AIを使う処理への、人の判断の組み込み</a:t>
            </a:r>
            <a:endParaRPr sz="1900">
              <a:solidFill>
                <a:srgbClr val="607780"/>
              </a:solidFill>
              <a:latin typeface="Noto Sans JP"/>
              <a:ea typeface="Noto Sans JP"/>
              <a:cs typeface="Noto Sans JP"/>
              <a:sym typeface="Noto Sans JP"/>
            </a:endParaRPr>
          </a:p>
        </p:txBody>
      </p:sp>
      <p:sp>
        <p:nvSpPr>
          <p:cNvPr id="166" name="Google Shape;166;p18"/>
          <p:cNvSpPr/>
          <p:nvPr/>
        </p:nvSpPr>
        <p:spPr>
          <a:xfrm>
            <a:off x="685800" y="3429000"/>
            <a:ext cx="10820400" cy="571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300">
                <a:solidFill>
                  <a:srgbClr val="007F7A"/>
                </a:solidFill>
                <a:uFill>
                  <a:noFill/>
                </a:uFill>
                <a:latin typeface="Noto Sans JP"/>
                <a:ea typeface="Noto Sans JP"/>
                <a:cs typeface="Noto Sans JP"/>
                <a:sym typeface="Noto Sans JP"/>
                <a:hlinkClick r:id="rId4">
                  <a:extLst>
                    <a:ext uri="{A12FA001-AC4F-418D-AE19-62706E023703}">
                      <ahyp:hlinkClr val="tx"/>
                    </a:ext>
                  </a:extLst>
                </a:hlinkClick>
              </a:rPr>
              <a:t>JSTQB：Foundation Level シラバス 日本語版</a:t>
            </a:r>
            <a:endParaRPr b="1" sz="2300">
              <a:solidFill>
                <a:srgbClr val="007F7A"/>
              </a:solidFill>
              <a:latin typeface="Noto Sans JP"/>
              <a:ea typeface="Noto Sans JP"/>
              <a:cs typeface="Noto Sans JP"/>
              <a:sym typeface="Noto Sans JP"/>
            </a:endParaRPr>
          </a:p>
        </p:txBody>
      </p:sp>
      <p:sp>
        <p:nvSpPr>
          <p:cNvPr id="167" name="Google Shape;167;p18"/>
          <p:cNvSpPr/>
          <p:nvPr/>
        </p:nvSpPr>
        <p:spPr>
          <a:xfrm>
            <a:off x="685800" y="4127500"/>
            <a:ext cx="10820400" cy="444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900">
                <a:solidFill>
                  <a:srgbClr val="607780"/>
                </a:solidFill>
                <a:latin typeface="Noto Sans JP"/>
                <a:ea typeface="Noto Sans JP"/>
                <a:cs typeface="Noto Sans JP"/>
                <a:sym typeface="Noto Sans JP"/>
              </a:rPr>
              <a:t>テスト活動と成果物の整理</a:t>
            </a:r>
            <a:endParaRPr sz="1900">
              <a:solidFill>
                <a:srgbClr val="607780"/>
              </a:solidFill>
              <a:latin typeface="Noto Sans JP"/>
              <a:ea typeface="Noto Sans JP"/>
              <a:cs typeface="Noto Sans JP"/>
              <a:sym typeface="Noto Sans JP"/>
            </a:endParaRPr>
          </a:p>
        </p:txBody>
      </p:sp>
      <p:sp>
        <p:nvSpPr>
          <p:cNvPr id="168" name="Google Shape;168;p18"/>
          <p:cNvSpPr/>
          <p:nvPr/>
        </p:nvSpPr>
        <p:spPr>
          <a:xfrm>
            <a:off x="685800" y="5143500"/>
            <a:ext cx="10820400" cy="571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300">
                <a:solidFill>
                  <a:srgbClr val="007F7A"/>
                </a:solidFill>
                <a:uFill>
                  <a:noFill/>
                </a:uFill>
                <a:latin typeface="Noto Sans JP"/>
                <a:ea typeface="Noto Sans JP"/>
                <a:cs typeface="Noto Sans JP"/>
                <a:sym typeface="Noto Sans JP"/>
                <a:hlinkClick r:id="rId5">
                  <a:extLst>
                    <a:ext uri="{A12FA001-AC4F-418D-AE19-62706E023703}">
                      <ahyp:hlinkClr val="tx"/>
                    </a:ext>
                  </a:extLst>
                </a:hlinkClick>
              </a:rPr>
              <a:t>VDA QMC：Automotive SPICE 4.0 日本語版</a:t>
            </a:r>
            <a:endParaRPr b="1" sz="2300">
              <a:solidFill>
                <a:srgbClr val="007F7A"/>
              </a:solidFill>
              <a:latin typeface="Noto Sans JP"/>
              <a:ea typeface="Noto Sans JP"/>
              <a:cs typeface="Noto Sans JP"/>
              <a:sym typeface="Noto Sans JP"/>
            </a:endParaRPr>
          </a:p>
        </p:txBody>
      </p:sp>
      <p:sp>
        <p:nvSpPr>
          <p:cNvPr id="169" name="Google Shape;169;p18"/>
          <p:cNvSpPr/>
          <p:nvPr/>
        </p:nvSpPr>
        <p:spPr>
          <a:xfrm>
            <a:off x="685800" y="5842000"/>
            <a:ext cx="10820400" cy="444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900">
                <a:solidFill>
                  <a:srgbClr val="607780"/>
                </a:solidFill>
                <a:latin typeface="Noto Sans JP"/>
                <a:ea typeface="Noto Sans JP"/>
                <a:cs typeface="Noto Sans JP"/>
                <a:sym typeface="Noto Sans JP"/>
              </a:rPr>
              <a:t>要求・設計・実装・検証の対応関係</a:t>
            </a:r>
            <a:endParaRPr sz="1900">
              <a:solidFill>
                <a:srgbClr val="607780"/>
              </a:solidFill>
              <a:latin typeface="Noto Sans JP"/>
              <a:ea typeface="Noto Sans JP"/>
              <a:cs typeface="Noto Sans JP"/>
              <a:sym typeface="Noto Sans JP"/>
            </a:endParaRPr>
          </a:p>
        </p:txBody>
      </p:sp>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